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04C9B-D8E9-78F3-6D61-855D3E509548}" v="56" dt="2025-09-11T01:58:03.120"/>
    <p1510:client id="{4C63D2A9-E9CC-32F1-9A36-3F6DBDA957D1}" v="50" dt="2025-09-10T02:41:54.231"/>
    <p1510:client id="{50ED712B-23CE-B315-BD47-2F3764C9124E}" v="4" dt="2025-09-11T19:16:39.655"/>
    <p1510:client id="{833CDFA1-3F7C-863A-B5C1-8F7AB52AC8A9}" v="86" dt="2025-09-11T02:49:38.980"/>
    <p1510:client id="{B655D327-58B1-BF34-970B-70381121B556}" v="4" dt="2025-09-10T02:45:30.603"/>
    <p1510:client id="{C66F8D24-24AB-5D02-E5AC-C1CEE6B02B99}" v="173" dt="2025-09-11T18:55:32.452"/>
    <p1510:client id="{DA2BFD67-9088-DE04-1AC7-C992C07E745E}" v="11" dt="2025-09-11T02:28:33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tinrcb@gmail.com" userId="S::urn:spo:guest#yatinrcb@gmail.com::" providerId="AD" clId="Web-{4C63D2A9-E9CC-32F1-9A36-3F6DBDA957D1}"/>
    <pc:docChg chg="modSld">
      <pc:chgData name="yatinrcb@gmail.com" userId="S::urn:spo:guest#yatinrcb@gmail.com::" providerId="AD" clId="Web-{4C63D2A9-E9CC-32F1-9A36-3F6DBDA957D1}" dt="2025-09-10T02:41:52.309" v="49" actId="20577"/>
      <pc:docMkLst>
        <pc:docMk/>
      </pc:docMkLst>
      <pc:sldChg chg="addSp modSp mod setBg">
        <pc:chgData name="yatinrcb@gmail.com" userId="S::urn:spo:guest#yatinrcb@gmail.com::" providerId="AD" clId="Web-{4C63D2A9-E9CC-32F1-9A36-3F6DBDA957D1}" dt="2025-09-10T02:41:52.309" v="49" actId="20577"/>
        <pc:sldMkLst>
          <pc:docMk/>
          <pc:sldMk cId="109857222" sldId="256"/>
        </pc:sldMkLst>
        <pc:spChg chg="mod">
          <ac:chgData name="yatinrcb@gmail.com" userId="S::urn:spo:guest#yatinrcb@gmail.com::" providerId="AD" clId="Web-{4C63D2A9-E9CC-32F1-9A36-3F6DBDA957D1}" dt="2025-09-10T02:41:22.241" v="1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yatinrcb@gmail.com" userId="S::urn:spo:guest#yatinrcb@gmail.com::" providerId="AD" clId="Web-{4C63D2A9-E9CC-32F1-9A36-3F6DBDA957D1}" dt="2025-09-10T02:41:52.309" v="49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yatinrcb@gmail.com" userId="S::urn:spo:guest#yatinrcb@gmail.com::" providerId="AD" clId="Web-{4C63D2A9-E9CC-32F1-9A36-3F6DBDA957D1}" dt="2025-09-10T02:40:56.360" v="10"/>
          <ac:spMkLst>
            <pc:docMk/>
            <pc:sldMk cId="109857222" sldId="256"/>
            <ac:spMk id="8" creationId="{6F5A5072-7B47-4D32-B52A-4EBBF590B8A5}"/>
          </ac:spMkLst>
        </pc:spChg>
        <pc:spChg chg="add">
          <ac:chgData name="yatinrcb@gmail.com" userId="S::urn:spo:guest#yatinrcb@gmail.com::" providerId="AD" clId="Web-{4C63D2A9-E9CC-32F1-9A36-3F6DBDA957D1}" dt="2025-09-10T02:40:56.360" v="10"/>
          <ac:spMkLst>
            <pc:docMk/>
            <pc:sldMk cId="109857222" sldId="256"/>
            <ac:spMk id="10" creationId="{9715DAF0-AE1B-46C9-8A6B-DB2AA05AB91D}"/>
          </ac:spMkLst>
        </pc:spChg>
        <pc:spChg chg="add">
          <ac:chgData name="yatinrcb@gmail.com" userId="S::urn:spo:guest#yatinrcb@gmail.com::" providerId="AD" clId="Web-{4C63D2A9-E9CC-32F1-9A36-3F6DBDA957D1}" dt="2025-09-10T02:40:56.360" v="10"/>
          <ac:spMkLst>
            <pc:docMk/>
            <pc:sldMk cId="109857222" sldId="256"/>
            <ac:spMk id="12" creationId="{6016219D-510E-4184-9090-6D5578A87BD1}"/>
          </ac:spMkLst>
        </pc:spChg>
        <pc:spChg chg="add">
          <ac:chgData name="yatinrcb@gmail.com" userId="S::urn:spo:guest#yatinrcb@gmail.com::" providerId="AD" clId="Web-{4C63D2A9-E9CC-32F1-9A36-3F6DBDA957D1}" dt="2025-09-10T02:40:56.360" v="10"/>
          <ac:spMkLst>
            <pc:docMk/>
            <pc:sldMk cId="109857222" sldId="256"/>
            <ac:spMk id="14" creationId="{AFF4A713-7B75-4B21-90D7-5AB19547C728}"/>
          </ac:spMkLst>
        </pc:spChg>
        <pc:spChg chg="add">
          <ac:chgData name="yatinrcb@gmail.com" userId="S::urn:spo:guest#yatinrcb@gmail.com::" providerId="AD" clId="Web-{4C63D2A9-E9CC-32F1-9A36-3F6DBDA957D1}" dt="2025-09-10T02:40:56.360" v="10"/>
          <ac:spMkLst>
            <pc:docMk/>
            <pc:sldMk cId="109857222" sldId="256"/>
            <ac:spMk id="16" creationId="{DC631C0B-6DA6-4E57-8231-CE32B3434A7E}"/>
          </ac:spMkLst>
        </pc:spChg>
        <pc:spChg chg="add">
          <ac:chgData name="yatinrcb@gmail.com" userId="S::urn:spo:guest#yatinrcb@gmail.com::" providerId="AD" clId="Web-{4C63D2A9-E9CC-32F1-9A36-3F6DBDA957D1}" dt="2025-09-10T02:40:56.360" v="10"/>
          <ac:spMkLst>
            <pc:docMk/>
            <pc:sldMk cId="109857222" sldId="256"/>
            <ac:spMk id="18" creationId="{C29501E6-A978-4A61-9689-9085AF97A53A}"/>
          </ac:spMkLst>
        </pc:spChg>
      </pc:sldChg>
      <pc:sldChg chg="addSp delSp modSp mod setBg">
        <pc:chgData name="yatinrcb@gmail.com" userId="S::urn:spo:guest#yatinrcb@gmail.com::" providerId="AD" clId="Web-{4C63D2A9-E9CC-32F1-9A36-3F6DBDA957D1}" dt="2025-09-10T02:39:53.507" v="9" actId="1076"/>
        <pc:sldMkLst>
          <pc:docMk/>
          <pc:sldMk cId="2088407355" sldId="261"/>
        </pc:sldMkLst>
        <pc:spChg chg="mod">
          <ac:chgData name="yatinrcb@gmail.com" userId="S::urn:spo:guest#yatinrcb@gmail.com::" providerId="AD" clId="Web-{4C63D2A9-E9CC-32F1-9A36-3F6DBDA957D1}" dt="2025-09-10T02:39:46.428" v="7"/>
          <ac:spMkLst>
            <pc:docMk/>
            <pc:sldMk cId="2088407355" sldId="261"/>
            <ac:spMk id="2" creationId="{D4F838ED-07BC-F117-D64E-CE64782DB888}"/>
          </ac:spMkLst>
        </pc:spChg>
        <pc:spChg chg="add del mod">
          <ac:chgData name="yatinrcb@gmail.com" userId="S::urn:spo:guest#yatinrcb@gmail.com::" providerId="AD" clId="Web-{4C63D2A9-E9CC-32F1-9A36-3F6DBDA957D1}" dt="2025-09-10T02:39:37.053" v="4"/>
          <ac:spMkLst>
            <pc:docMk/>
            <pc:sldMk cId="2088407355" sldId="261"/>
            <ac:spMk id="6" creationId="{D934C645-CCEA-0867-B33A-0BD9219BF963}"/>
          </ac:spMkLst>
        </pc:spChg>
        <pc:spChg chg="add">
          <ac:chgData name="yatinrcb@gmail.com" userId="S::urn:spo:guest#yatinrcb@gmail.com::" providerId="AD" clId="Web-{4C63D2A9-E9CC-32F1-9A36-3F6DBDA957D1}" dt="2025-09-10T02:39:46.428" v="7"/>
          <ac:spMkLst>
            <pc:docMk/>
            <pc:sldMk cId="2088407355" sldId="261"/>
            <ac:spMk id="8" creationId="{3C54F4CE-85F0-46ED-80DA-9518C9251AD1}"/>
          </ac:spMkLst>
        </pc:spChg>
        <pc:spChg chg="add">
          <ac:chgData name="yatinrcb@gmail.com" userId="S::urn:spo:guest#yatinrcb@gmail.com::" providerId="AD" clId="Web-{4C63D2A9-E9CC-32F1-9A36-3F6DBDA957D1}" dt="2025-09-10T02:39:46.428" v="7"/>
          <ac:spMkLst>
            <pc:docMk/>
            <pc:sldMk cId="2088407355" sldId="261"/>
            <ac:spMk id="10" creationId="{DADD1FCA-8ACB-4958-81DD-4CDD6D3E1921}"/>
          </ac:spMkLst>
        </pc:spChg>
        <pc:picChg chg="add mod">
          <ac:chgData name="yatinrcb@gmail.com" userId="S::urn:spo:guest#yatinrcb@gmail.com::" providerId="AD" clId="Web-{4C63D2A9-E9CC-32F1-9A36-3F6DBDA957D1}" dt="2025-09-10T02:39:53.507" v="9" actId="1076"/>
          <ac:picMkLst>
            <pc:docMk/>
            <pc:sldMk cId="2088407355" sldId="261"/>
            <ac:picMk id="3" creationId="{54C1E413-60E9-2DC5-A084-40038EB432ED}"/>
          </ac:picMkLst>
        </pc:picChg>
        <pc:picChg chg="del mod">
          <ac:chgData name="yatinrcb@gmail.com" userId="S::urn:spo:guest#yatinrcb@gmail.com::" providerId="AD" clId="Web-{4C63D2A9-E9CC-32F1-9A36-3F6DBDA957D1}" dt="2025-09-10T02:39:33.381" v="3"/>
          <ac:picMkLst>
            <pc:docMk/>
            <pc:sldMk cId="2088407355" sldId="261"/>
            <ac:picMk id="4" creationId="{EE54DECE-E8B7-CDBD-9E16-BB6441BAD350}"/>
          </ac:picMkLst>
        </pc:picChg>
      </pc:sldChg>
    </pc:docChg>
  </pc:docChgLst>
  <pc:docChgLst>
    <pc:chgData name="Anand, Aryan" userId="S::asanand@email.sc.edu::2e84b05c-4827-4967-a624-b1bb69da5352" providerId="AD" clId="Web-{50ED712B-23CE-B315-BD47-2F3764C9124E}"/>
    <pc:docChg chg="modSld">
      <pc:chgData name="Anand, Aryan" userId="S::asanand@email.sc.edu::2e84b05c-4827-4967-a624-b1bb69da5352" providerId="AD" clId="Web-{50ED712B-23CE-B315-BD47-2F3764C9124E}" dt="2025-09-11T19:16:38.999" v="3" actId="20577"/>
      <pc:docMkLst>
        <pc:docMk/>
      </pc:docMkLst>
      <pc:sldChg chg="addSp delSp modSp mod setBg">
        <pc:chgData name="Anand, Aryan" userId="S::asanand@email.sc.edu::2e84b05c-4827-4967-a624-b1bb69da5352" providerId="AD" clId="Web-{50ED712B-23CE-B315-BD47-2F3764C9124E}" dt="2025-09-11T19:16:38.999" v="3" actId="20577"/>
        <pc:sldMkLst>
          <pc:docMk/>
          <pc:sldMk cId="1823311011" sldId="263"/>
        </pc:sldMkLst>
        <pc:spChg chg="mod">
          <ac:chgData name="Anand, Aryan" userId="S::asanand@email.sc.edu::2e84b05c-4827-4967-a624-b1bb69da5352" providerId="AD" clId="Web-{50ED712B-23CE-B315-BD47-2F3764C9124E}" dt="2025-09-11T19:16:38.999" v="3" actId="20577"/>
          <ac:spMkLst>
            <pc:docMk/>
            <pc:sldMk cId="1823311011" sldId="263"/>
            <ac:spMk id="2" creationId="{B990D32C-64FA-14C2-5DB8-C7FF79D945CD}"/>
          </ac:spMkLst>
        </pc:spChg>
        <pc:spChg chg="del mod ord">
          <ac:chgData name="Anand, Aryan" userId="S::asanand@email.sc.edu::2e84b05c-4827-4967-a624-b1bb69da5352" providerId="AD" clId="Web-{50ED712B-23CE-B315-BD47-2F3764C9124E}" dt="2025-09-11T18:56:18.832" v="1"/>
          <ac:spMkLst>
            <pc:docMk/>
            <pc:sldMk cId="1823311011" sldId="263"/>
            <ac:spMk id="3" creationId="{55758C0C-55ED-26D2-F0C2-CCFE6FB60029}"/>
          </ac:spMkLst>
        </pc:spChg>
        <pc:spChg chg="add del">
          <ac:chgData name="Anand, Aryan" userId="S::asanand@email.sc.edu::2e84b05c-4827-4967-a624-b1bb69da5352" providerId="AD" clId="Web-{50ED712B-23CE-B315-BD47-2F3764C9124E}" dt="2025-09-11T18:56:18.832" v="2"/>
          <ac:spMkLst>
            <pc:docMk/>
            <pc:sldMk cId="1823311011" sldId="263"/>
            <ac:spMk id="8" creationId="{46F1F2C8-798B-4CCE-A851-94AFAF350BED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10" creationId="{755E9CD0-04B0-4A3C-B291-AD913379C713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12" creationId="{1DD8BF3B-6066-418C-8D1A-75C5E396FC04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14" creationId="{80BC66F9-7A74-4286-AD22-1174052CC22C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16" creationId="{D8142CC3-2B5C-48E6-9DF0-6C8ACBAF23EF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20" creationId="{46A89C79-8EF3-4AF9-B3D9-59A883F41C83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22" creationId="{EFE5CE34-4543-42E5-B82C-1F3D12422CDD}"/>
          </ac:spMkLst>
        </pc:spChg>
        <pc:spChg chg="add">
          <ac:chgData name="Anand, Aryan" userId="S::asanand@email.sc.edu::2e84b05c-4827-4967-a624-b1bb69da5352" providerId="AD" clId="Web-{50ED712B-23CE-B315-BD47-2F3764C9124E}" dt="2025-09-11T18:56:13.050" v="0"/>
          <ac:spMkLst>
            <pc:docMk/>
            <pc:sldMk cId="1823311011" sldId="263"/>
            <ac:spMk id="24" creationId="{72AF41FE-63D7-4695-81D2-66D2510E4486}"/>
          </ac:spMkLst>
        </pc:spChg>
      </pc:sldChg>
    </pc:docChg>
  </pc:docChgLst>
  <pc:docChgLst>
    <pc:chgData name="Bhupatiraju, Yatin" userId="S::bhupatir@email.sc.edu::930f8966-5b4b-4137-9536-5be5f059b159" providerId="AD" clId="Web-{833CDFA1-3F7C-863A-B5C1-8F7AB52AC8A9}"/>
    <pc:docChg chg="addSld delSld modSld">
      <pc:chgData name="Bhupatiraju, Yatin" userId="S::bhupatir@email.sc.edu::930f8966-5b4b-4137-9536-5be5f059b159" providerId="AD" clId="Web-{833CDFA1-3F7C-863A-B5C1-8F7AB52AC8A9}" dt="2025-09-11T02:59:08.942" v="87"/>
      <pc:docMkLst>
        <pc:docMk/>
      </pc:docMkLst>
      <pc:sldChg chg="modSp">
        <pc:chgData name="Bhupatiraju, Yatin" userId="S::bhupatir@email.sc.edu::930f8966-5b4b-4137-9536-5be5f059b159" providerId="AD" clId="Web-{833CDFA1-3F7C-863A-B5C1-8F7AB52AC8A9}" dt="2025-09-11T02:10:31.732" v="78" actId="14100"/>
        <pc:sldMkLst>
          <pc:docMk/>
          <pc:sldMk cId="2610441731" sldId="257"/>
        </pc:sldMkLst>
        <pc:spChg chg="mod">
          <ac:chgData name="Bhupatiraju, Yatin" userId="S::bhupatir@email.sc.edu::930f8966-5b4b-4137-9536-5be5f059b159" providerId="AD" clId="Web-{833CDFA1-3F7C-863A-B5C1-8F7AB52AC8A9}" dt="2025-09-11T02:10:31.732" v="78" actId="14100"/>
          <ac:spMkLst>
            <pc:docMk/>
            <pc:sldMk cId="2610441731" sldId="257"/>
            <ac:spMk id="3" creationId="{A3B1AC78-AC14-F787-0F01-86EDAEDDA833}"/>
          </ac:spMkLst>
        </pc:spChg>
      </pc:sldChg>
      <pc:sldChg chg="modSp">
        <pc:chgData name="Bhupatiraju, Yatin" userId="S::bhupatir@email.sc.edu::930f8966-5b4b-4137-9536-5be5f059b159" providerId="AD" clId="Web-{833CDFA1-3F7C-863A-B5C1-8F7AB52AC8A9}" dt="2025-09-11T02:10:52.735" v="81" actId="20577"/>
        <pc:sldMkLst>
          <pc:docMk/>
          <pc:sldMk cId="2690704298" sldId="258"/>
        </pc:sldMkLst>
        <pc:spChg chg="mod">
          <ac:chgData name="Bhupatiraju, Yatin" userId="S::bhupatir@email.sc.edu::930f8966-5b4b-4137-9536-5be5f059b159" providerId="AD" clId="Web-{833CDFA1-3F7C-863A-B5C1-8F7AB52AC8A9}" dt="2025-09-11T02:10:52.735" v="81" actId="20577"/>
          <ac:spMkLst>
            <pc:docMk/>
            <pc:sldMk cId="2690704298" sldId="258"/>
            <ac:spMk id="32" creationId="{6EF12498-6547-1232-8766-2073E3A00365}"/>
          </ac:spMkLst>
        </pc:spChg>
      </pc:sldChg>
      <pc:sldChg chg="del">
        <pc:chgData name="Bhupatiraju, Yatin" userId="S::bhupatir@email.sc.edu::930f8966-5b4b-4137-9536-5be5f059b159" providerId="AD" clId="Web-{833CDFA1-3F7C-863A-B5C1-8F7AB52AC8A9}" dt="2025-09-11T01:52:45.977" v="0"/>
        <pc:sldMkLst>
          <pc:docMk/>
          <pc:sldMk cId="2736609220" sldId="259"/>
        </pc:sldMkLst>
      </pc:sldChg>
      <pc:sldChg chg="modNotes">
        <pc:chgData name="Bhupatiraju, Yatin" userId="S::bhupatir@email.sc.edu::930f8966-5b4b-4137-9536-5be5f059b159" providerId="AD" clId="Web-{833CDFA1-3F7C-863A-B5C1-8F7AB52AC8A9}" dt="2025-09-11T02:59:08.942" v="87"/>
        <pc:sldMkLst>
          <pc:docMk/>
          <pc:sldMk cId="2088407355" sldId="261"/>
        </pc:sldMkLst>
      </pc:sldChg>
      <pc:sldChg chg="addSp modSp new mod setBg modNotes">
        <pc:chgData name="Bhupatiraju, Yatin" userId="S::bhupatir@email.sc.edu::930f8966-5b4b-4137-9536-5be5f059b159" providerId="AD" clId="Web-{833CDFA1-3F7C-863A-B5C1-8F7AB52AC8A9}" dt="2025-09-11T02:49:38.667" v="83"/>
        <pc:sldMkLst>
          <pc:docMk/>
          <pc:sldMk cId="1687157325" sldId="262"/>
        </pc:sldMkLst>
        <pc:spChg chg="mod">
          <ac:chgData name="Bhupatiraju, Yatin" userId="S::bhupatir@email.sc.edu::930f8966-5b4b-4137-9536-5be5f059b159" providerId="AD" clId="Web-{833CDFA1-3F7C-863A-B5C1-8F7AB52AC8A9}" dt="2025-09-11T02:05:56.456" v="64"/>
          <ac:spMkLst>
            <pc:docMk/>
            <pc:sldMk cId="1687157325" sldId="262"/>
            <ac:spMk id="2" creationId="{5C1EB71E-D45E-CA10-CA9E-9759CDC55F74}"/>
          </ac:spMkLst>
        </pc:spChg>
        <pc:spChg chg="mod">
          <ac:chgData name="Bhupatiraju, Yatin" userId="S::bhupatir@email.sc.edu::930f8966-5b4b-4137-9536-5be5f059b159" providerId="AD" clId="Web-{833CDFA1-3F7C-863A-B5C1-8F7AB52AC8A9}" dt="2025-09-11T02:05:56.456" v="64"/>
          <ac:spMkLst>
            <pc:docMk/>
            <pc:sldMk cId="1687157325" sldId="262"/>
            <ac:spMk id="3" creationId="{D875722E-8565-98AA-3640-ECDB22E088C9}"/>
          </ac:spMkLst>
        </pc:spChg>
        <pc:spChg chg="add">
          <ac:chgData name="Bhupatiraju, Yatin" userId="S::bhupatir@email.sc.edu::930f8966-5b4b-4137-9536-5be5f059b159" providerId="AD" clId="Web-{833CDFA1-3F7C-863A-B5C1-8F7AB52AC8A9}" dt="2025-09-11T02:05:56.456" v="64"/>
          <ac:spMkLst>
            <pc:docMk/>
            <pc:sldMk cId="1687157325" sldId="262"/>
            <ac:spMk id="8" creationId="{907EF6B7-1338-4443-8C46-6A318D952DFD}"/>
          </ac:spMkLst>
        </pc:spChg>
        <pc:spChg chg="add">
          <ac:chgData name="Bhupatiraju, Yatin" userId="S::bhupatir@email.sc.edu::930f8966-5b4b-4137-9536-5be5f059b159" providerId="AD" clId="Web-{833CDFA1-3F7C-863A-B5C1-8F7AB52AC8A9}" dt="2025-09-11T02:05:56.456" v="64"/>
          <ac:spMkLst>
            <pc:docMk/>
            <pc:sldMk cId="1687157325" sldId="262"/>
            <ac:spMk id="10" creationId="{DAAE4CDD-124C-4DCF-9584-B6033B545DD5}"/>
          </ac:spMkLst>
        </pc:spChg>
        <pc:spChg chg="add">
          <ac:chgData name="Bhupatiraju, Yatin" userId="S::bhupatir@email.sc.edu::930f8966-5b4b-4137-9536-5be5f059b159" providerId="AD" clId="Web-{833CDFA1-3F7C-863A-B5C1-8F7AB52AC8A9}" dt="2025-09-11T02:05:56.456" v="64"/>
          <ac:spMkLst>
            <pc:docMk/>
            <pc:sldMk cId="1687157325" sldId="262"/>
            <ac:spMk id="12" creationId="{081E4A58-353D-44AE-B2FC-2A74E2E400F7}"/>
          </ac:spMkLst>
        </pc:spChg>
      </pc:sldChg>
    </pc:docChg>
  </pc:docChgLst>
  <pc:docChgLst>
    <pc:chgData name="Anand, Aryan" userId="S::asanand@email.sc.edu::2e84b05c-4827-4967-a624-b1bb69da5352" providerId="AD" clId="Web-{C66F8D24-24AB-5D02-E5AC-C1CEE6B02B99}"/>
    <pc:docChg chg="addSld delSld modSld sldOrd">
      <pc:chgData name="Anand, Aryan" userId="S::asanand@email.sc.edu::2e84b05c-4827-4967-a624-b1bb69da5352" providerId="AD" clId="Web-{C66F8D24-24AB-5D02-E5AC-C1CEE6B02B99}" dt="2025-09-11T18:55:26.671" v="205" actId="20577"/>
      <pc:docMkLst>
        <pc:docMk/>
      </pc:docMkLst>
      <pc:sldChg chg="addSp delSp modSp modNotes">
        <pc:chgData name="Anand, Aryan" userId="S::asanand@email.sc.edu::2e84b05c-4827-4967-a624-b1bb69da5352" providerId="AD" clId="Web-{C66F8D24-24AB-5D02-E5AC-C1CEE6B02B99}" dt="2025-09-11T17:38:05.466" v="182"/>
        <pc:sldMkLst>
          <pc:docMk/>
          <pc:sldMk cId="109857222" sldId="256"/>
        </pc:sldMkLst>
        <pc:spChg chg="mod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8" creationId="{6F5A5072-7B47-4D32-B52A-4EBBF590B8A5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10" creationId="{9715DAF0-AE1B-46C9-8A6B-DB2AA05AB91D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12" creationId="{6016219D-510E-4184-9090-6D5578A87BD1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14" creationId="{AFF4A713-7B75-4B21-90D7-5AB19547C728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02" v="139"/>
          <ac:spMkLst>
            <pc:docMk/>
            <pc:sldMk cId="109857222" sldId="256"/>
            <ac:spMk id="16" creationId="{DC631C0B-6DA6-4E57-8231-CE32B3434A7E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0.711" v="137"/>
          <ac:spMkLst>
            <pc:docMk/>
            <pc:sldMk cId="109857222" sldId="256"/>
            <ac:spMk id="23" creationId="{46F1F2C8-798B-4CCE-A851-94AFAF350BED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0.711" v="137"/>
          <ac:spMkLst>
            <pc:docMk/>
            <pc:sldMk cId="109857222" sldId="256"/>
            <ac:spMk id="29" creationId="{80BC66F9-7A74-4286-AD22-1174052CC22C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0.711" v="137"/>
          <ac:spMkLst>
            <pc:docMk/>
            <pc:sldMk cId="109857222" sldId="256"/>
            <ac:spMk id="31" creationId="{D8142CC3-2B5C-48E6-9DF0-6C8ACBAF23EF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0.711" v="137"/>
          <ac:spMkLst>
            <pc:docMk/>
            <pc:sldMk cId="109857222" sldId="256"/>
            <ac:spMk id="37" creationId="{EFE5CE34-4543-42E5-B82C-1F3D12422CDD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02" v="139"/>
          <ac:spMkLst>
            <pc:docMk/>
            <pc:sldMk cId="109857222" sldId="256"/>
            <ac:spMk id="41" creationId="{D278ADA9-6383-4BDD-80D2-8899A402687B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02" v="139"/>
          <ac:spMkLst>
            <pc:docMk/>
            <pc:sldMk cId="109857222" sldId="256"/>
            <ac:spMk id="42" creationId="{484B7147-B0F6-40ED-B5A2-FF72BC8198B6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02" v="139"/>
          <ac:spMkLst>
            <pc:docMk/>
            <pc:sldMk cId="109857222" sldId="256"/>
            <ac:spMk id="44" creationId="{48E405C9-94BE-41DA-928C-DEC9A8550E9F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3:12.602" v="139"/>
          <ac:spMkLst>
            <pc:docMk/>
            <pc:sldMk cId="109857222" sldId="256"/>
            <ac:spMk id="46" creationId="{6ED12BFC-A737-46AF-8411-481112D54B0C}"/>
          </ac:spMkLst>
        </pc:spChg>
        <pc:spChg chg="add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48" creationId="{4E1BEB12-92AF-4445-98AD-4C7756E7C93B}"/>
          </ac:spMkLst>
        </pc:spChg>
        <pc:spChg chg="add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49" creationId="{D0522C2C-7B5C-48A7-A969-03941E5D2E76}"/>
          </ac:spMkLst>
        </pc:spChg>
        <pc:spChg chg="add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50" creationId="{9C682A1A-5B2D-4111-BBD6-620165633E5B}"/>
          </ac:spMkLst>
        </pc:spChg>
        <pc:spChg chg="add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51" creationId="{D6EE29F2-D77F-4BD0-A20B-334D316A1C9D}"/>
          </ac:spMkLst>
        </pc:spChg>
        <pc:spChg chg="add">
          <ac:chgData name="Anand, Aryan" userId="S::asanand@email.sc.edu::2e84b05c-4827-4967-a624-b1bb69da5352" providerId="AD" clId="Web-{C66F8D24-24AB-5D02-E5AC-C1CEE6B02B99}" dt="2025-09-10T02:43:12.618" v="140"/>
          <ac:spMkLst>
            <pc:docMk/>
            <pc:sldMk cId="109857222" sldId="256"/>
            <ac:spMk id="52" creationId="{22D09ED2-868F-42C6-866E-F92E0CEF314F}"/>
          </ac:spMkLst>
        </pc:spChg>
      </pc:sldChg>
      <pc:sldChg chg="new del">
        <pc:chgData name="Anand, Aryan" userId="S::asanand@email.sc.edu::2e84b05c-4827-4967-a624-b1bb69da5352" providerId="AD" clId="Web-{C66F8D24-24AB-5D02-E5AC-C1CEE6B02B99}" dt="2025-09-10T01:56:34.333" v="1"/>
        <pc:sldMkLst>
          <pc:docMk/>
          <pc:sldMk cId="434508428" sldId="257"/>
        </pc:sldMkLst>
      </pc:sldChg>
      <pc:sldChg chg="new add del">
        <pc:chgData name="Anand, Aryan" userId="S::asanand@email.sc.edu::2e84b05c-4827-4967-a624-b1bb69da5352" providerId="AD" clId="Web-{C66F8D24-24AB-5D02-E5AC-C1CEE6B02B99}" dt="2025-09-10T01:56:47.458" v="6"/>
        <pc:sldMkLst>
          <pc:docMk/>
          <pc:sldMk cId="2310067514" sldId="257"/>
        </pc:sldMkLst>
      </pc:sldChg>
      <pc:sldChg chg="addSp modSp new mod setBg">
        <pc:chgData name="Anand, Aryan" userId="S::asanand@email.sc.edu::2e84b05c-4827-4967-a624-b1bb69da5352" providerId="AD" clId="Web-{C66F8D24-24AB-5D02-E5AC-C1CEE6B02B99}" dt="2025-09-11T18:46:31.399" v="197" actId="20577"/>
        <pc:sldMkLst>
          <pc:docMk/>
          <pc:sldMk cId="2610441731" sldId="257"/>
        </pc:sldMkLst>
        <pc:spChg chg="mod">
          <ac:chgData name="Anand, Aryan" userId="S::asanand@email.sc.edu::2e84b05c-4827-4967-a624-b1bb69da5352" providerId="AD" clId="Web-{C66F8D24-24AB-5D02-E5AC-C1CEE6B02B99}" dt="2025-09-11T02:09:45.149" v="158" actId="20577"/>
          <ac:spMkLst>
            <pc:docMk/>
            <pc:sldMk cId="2610441731" sldId="257"/>
            <ac:spMk id="2" creationId="{63C30630-EF4D-AAF0-8017-643FB9BCF978}"/>
          </ac:spMkLst>
        </pc:spChg>
        <pc:spChg chg="mod">
          <ac:chgData name="Anand, Aryan" userId="S::asanand@email.sc.edu::2e84b05c-4827-4967-a624-b1bb69da5352" providerId="AD" clId="Web-{C66F8D24-24AB-5D02-E5AC-C1CEE6B02B99}" dt="2025-09-11T18:46:31.399" v="197" actId="20577"/>
          <ac:spMkLst>
            <pc:docMk/>
            <pc:sldMk cId="2610441731" sldId="257"/>
            <ac:spMk id="3" creationId="{A3B1AC78-AC14-F787-0F01-86EDAEDDA833}"/>
          </ac:spMkLst>
        </pc:spChg>
        <pc:spChg chg="add">
          <ac:chgData name="Anand, Aryan" userId="S::asanand@email.sc.edu::2e84b05c-4827-4967-a624-b1bb69da5352" providerId="AD" clId="Web-{C66F8D24-24AB-5D02-E5AC-C1CEE6B02B99}" dt="2025-09-10T02:42:02.427" v="129"/>
          <ac:spMkLst>
            <pc:docMk/>
            <pc:sldMk cId="2610441731" sldId="257"/>
            <ac:spMk id="8" creationId="{907EF6B7-1338-4443-8C46-6A318D952DFD}"/>
          </ac:spMkLst>
        </pc:spChg>
        <pc:spChg chg="add">
          <ac:chgData name="Anand, Aryan" userId="S::asanand@email.sc.edu::2e84b05c-4827-4967-a624-b1bb69da5352" providerId="AD" clId="Web-{C66F8D24-24AB-5D02-E5AC-C1CEE6B02B99}" dt="2025-09-10T02:42:02.427" v="129"/>
          <ac:spMkLst>
            <pc:docMk/>
            <pc:sldMk cId="2610441731" sldId="257"/>
            <ac:spMk id="10" creationId="{DAAE4CDD-124C-4DCF-9584-B6033B545DD5}"/>
          </ac:spMkLst>
        </pc:spChg>
        <pc:spChg chg="add">
          <ac:chgData name="Anand, Aryan" userId="S::asanand@email.sc.edu::2e84b05c-4827-4967-a624-b1bb69da5352" providerId="AD" clId="Web-{C66F8D24-24AB-5D02-E5AC-C1CEE6B02B99}" dt="2025-09-10T02:42:02.427" v="129"/>
          <ac:spMkLst>
            <pc:docMk/>
            <pc:sldMk cId="2610441731" sldId="257"/>
            <ac:spMk id="12" creationId="{081E4A58-353D-44AE-B2FC-2A74E2E400F7}"/>
          </ac:spMkLst>
        </pc:spChg>
      </pc:sldChg>
      <pc:sldChg chg="new add del">
        <pc:chgData name="Anand, Aryan" userId="S::asanand@email.sc.edu::2e84b05c-4827-4967-a624-b1bb69da5352" providerId="AD" clId="Web-{C66F8D24-24AB-5D02-E5AC-C1CEE6B02B99}" dt="2025-09-10T01:57:17.083" v="10"/>
        <pc:sldMkLst>
          <pc:docMk/>
          <pc:sldMk cId="1387886623" sldId="258"/>
        </pc:sldMkLst>
      </pc:sldChg>
      <pc:sldChg chg="addSp delSp modSp new mod setBg modNotes">
        <pc:chgData name="Anand, Aryan" userId="S::asanand@email.sc.edu::2e84b05c-4827-4967-a624-b1bb69da5352" providerId="AD" clId="Web-{C66F8D24-24AB-5D02-E5AC-C1CEE6B02B99}" dt="2025-09-11T17:40:35.971" v="190"/>
        <pc:sldMkLst>
          <pc:docMk/>
          <pc:sldMk cId="2690704298" sldId="258"/>
        </pc:sldMkLst>
        <pc:spChg chg="mod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2" creationId="{F87D2B7A-E535-1925-4B90-EC4975F54C74}"/>
          </ac:spMkLst>
        </pc:spChg>
        <pc:spChg chg="add del mod">
          <ac:chgData name="Anand, Aryan" userId="S::asanand@email.sc.edu::2e84b05c-4827-4967-a624-b1bb69da5352" providerId="AD" clId="Web-{C66F8D24-24AB-5D02-E5AC-C1CEE6B02B99}" dt="2025-09-10T02:41:24.333" v="128"/>
          <ac:spMkLst>
            <pc:docMk/>
            <pc:sldMk cId="2690704298" sldId="258"/>
            <ac:spMk id="3" creationId="{6EF12498-6547-1232-8766-2073E3A00365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8" creationId="{100EDD19-6802-4EC3-95CE-CFFAB042CFD6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1:24.318" v="127"/>
          <ac:spMkLst>
            <pc:docMk/>
            <pc:sldMk cId="2690704298" sldId="258"/>
            <ac:spMk id="9" creationId="{BACC6370-2D7E-4714-9D71-7542949D7D5D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10" creationId="{DB17E863-922E-4C26-BD64-E8FD41D28661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1:24.318" v="127"/>
          <ac:spMkLst>
            <pc:docMk/>
            <pc:sldMk cId="2690704298" sldId="258"/>
            <ac:spMk id="11" creationId="{256B2C21-A230-48C0-8DF1-C46611373C44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1:24.318" v="127"/>
          <ac:spMkLst>
            <pc:docMk/>
            <pc:sldMk cId="2690704298" sldId="258"/>
            <ac:spMk id="13" creationId="{3847E18C-932D-4C95-AABA-FEC7C9499AD7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1:24.318" v="127"/>
          <ac:spMkLst>
            <pc:docMk/>
            <pc:sldMk cId="2690704298" sldId="258"/>
            <ac:spMk id="15" creationId="{3150CB11-0C61-439E-910F-5787759E72A0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1:24.318" v="127"/>
          <ac:spMkLst>
            <pc:docMk/>
            <pc:sldMk cId="2690704298" sldId="258"/>
            <ac:spMk id="17" creationId="{43F8A58B-5155-44CE-A5FF-7647B47D0A7A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1:24.318" v="127"/>
          <ac:spMkLst>
            <pc:docMk/>
            <pc:sldMk cId="2690704298" sldId="258"/>
            <ac:spMk id="19" creationId="{443F2ACA-E6D6-4028-82DD-F03C262D5DE6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21" creationId="{6EF12498-6547-1232-8766-2073E3A00365}"/>
          </ac:spMkLst>
        </pc:spChg>
        <pc:spChg chg="add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26" creationId="{907EF6B7-1338-4443-8C46-6A318D952DFD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1.037" v="131"/>
          <ac:spMkLst>
            <pc:docMk/>
            <pc:sldMk cId="2690704298" sldId="258"/>
            <ac:spMk id="28" creationId="{B50AB553-2A96-4A92-96F2-93548E096954}"/>
          </ac:spMkLst>
        </pc:spChg>
        <pc:spChg chg="add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30" creationId="{081E4A58-353D-44AE-B2FC-2A74E2E400F7}"/>
          </ac:spMkLst>
        </pc:spChg>
        <pc:spChg chg="add">
          <ac:chgData name="Anand, Aryan" userId="S::asanand@email.sc.edu::2e84b05c-4827-4967-a624-b1bb69da5352" providerId="AD" clId="Web-{C66F8D24-24AB-5D02-E5AC-C1CEE6B02B99}" dt="2025-09-10T02:42:11.052" v="132"/>
          <ac:spMkLst>
            <pc:docMk/>
            <pc:sldMk cId="2690704298" sldId="258"/>
            <ac:spMk id="31" creationId="{DAAE4CDD-124C-4DCF-9584-B6033B545DD5}"/>
          </ac:spMkLst>
        </pc:spChg>
        <pc:spChg chg="add mod">
          <ac:chgData name="Anand, Aryan" userId="S::asanand@email.sc.edu::2e84b05c-4827-4967-a624-b1bb69da5352" providerId="AD" clId="Web-{C66F8D24-24AB-5D02-E5AC-C1CEE6B02B99}" dt="2025-09-11T01:54:27.895" v="146" actId="14100"/>
          <ac:spMkLst>
            <pc:docMk/>
            <pc:sldMk cId="2690704298" sldId="258"/>
            <ac:spMk id="32" creationId="{6EF12498-6547-1232-8766-2073E3A00365}"/>
          </ac:spMkLst>
        </pc:spChg>
        <pc:graphicFrameChg chg="add del">
          <ac:chgData name="Anand, Aryan" userId="S::asanand@email.sc.edu::2e84b05c-4827-4967-a624-b1bb69da5352" providerId="AD" clId="Web-{C66F8D24-24AB-5D02-E5AC-C1CEE6B02B99}" dt="2025-09-10T02:41:24.318" v="127"/>
          <ac:graphicFrameMkLst>
            <pc:docMk/>
            <pc:sldMk cId="2690704298" sldId="258"/>
            <ac:graphicFrameMk id="5" creationId="{BB1047E7-9924-6A72-7675-6820508ECB40}"/>
          </ac:graphicFrameMkLst>
        </pc:graphicFrameChg>
        <pc:graphicFrameChg chg="add del">
          <ac:chgData name="Anand, Aryan" userId="S::asanand@email.sc.edu::2e84b05c-4827-4967-a624-b1bb69da5352" providerId="AD" clId="Web-{C66F8D24-24AB-5D02-E5AC-C1CEE6B02B99}" dt="2025-09-10T02:42:11.037" v="131"/>
          <ac:graphicFrameMkLst>
            <pc:docMk/>
            <pc:sldMk cId="2690704298" sldId="258"/>
            <ac:graphicFrameMk id="23" creationId="{37300846-9248-699F-FF01-7AEF2F43F3B5}"/>
          </ac:graphicFrameMkLst>
        </pc:graphicFrameChg>
        <pc:picChg chg="add del">
          <ac:chgData name="Anand, Aryan" userId="S::asanand@email.sc.edu::2e84b05c-4827-4967-a624-b1bb69da5352" providerId="AD" clId="Web-{C66F8D24-24AB-5D02-E5AC-C1CEE6B02B99}" dt="2025-09-10T02:42:11.037" v="131"/>
          <ac:picMkLst>
            <pc:docMk/>
            <pc:sldMk cId="2690704298" sldId="258"/>
            <ac:picMk id="24" creationId="{B9BB26EF-17BA-D773-C1DA-C5134F61DC69}"/>
          </ac:picMkLst>
        </pc:picChg>
      </pc:sldChg>
      <pc:sldChg chg="addSp delSp modSp new mod setBg setClrOvrMap">
        <pc:chgData name="Anand, Aryan" userId="S::asanand@email.sc.edu::2e84b05c-4827-4967-a624-b1bb69da5352" providerId="AD" clId="Web-{C66F8D24-24AB-5D02-E5AC-C1CEE6B02B99}" dt="2025-09-10T02:42:28.557" v="134"/>
        <pc:sldMkLst>
          <pc:docMk/>
          <pc:sldMk cId="2736609220" sldId="259"/>
        </pc:sldMkLst>
        <pc:spChg chg="mod">
          <ac:chgData name="Anand, Aryan" userId="S::asanand@email.sc.edu::2e84b05c-4827-4967-a624-b1bb69da5352" providerId="AD" clId="Web-{C66F8D24-24AB-5D02-E5AC-C1CEE6B02B99}" dt="2025-09-10T02:40:37.723" v="121"/>
          <ac:spMkLst>
            <pc:docMk/>
            <pc:sldMk cId="2736609220" sldId="259"/>
            <ac:spMk id="2" creationId="{E97E2E76-ED35-928D-EB37-458EC8B78D39}"/>
          </ac:spMkLst>
        </pc:spChg>
        <pc:spChg chg="del mod">
          <ac:chgData name="Anand, Aryan" userId="S::asanand@email.sc.edu::2e84b05c-4827-4967-a624-b1bb69da5352" providerId="AD" clId="Web-{C66F8D24-24AB-5D02-E5AC-C1CEE6B02B99}" dt="2025-09-10T02:40:37.723" v="121"/>
          <ac:spMkLst>
            <pc:docMk/>
            <pc:sldMk cId="2736609220" sldId="259"/>
            <ac:spMk id="3" creationId="{EC23F6B2-A9C3-242E-F459-A04263EC2AE9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0:53.567" v="124"/>
          <ac:spMkLst>
            <pc:docMk/>
            <pc:sldMk cId="2736609220" sldId="259"/>
            <ac:spMk id="10" creationId="{B50AB553-2A96-4A92-96F2-93548E096954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28.557" v="134"/>
          <ac:spMkLst>
            <pc:docMk/>
            <pc:sldMk cId="2736609220" sldId="259"/>
            <ac:spMk id="15" creationId="{B50AB553-2A96-4A92-96F2-93548E096954}"/>
          </ac:spMkLst>
        </pc:spChg>
        <pc:spChg chg="add">
          <ac:chgData name="Anand, Aryan" userId="S::asanand@email.sc.edu::2e84b05c-4827-4967-a624-b1bb69da5352" providerId="AD" clId="Web-{C66F8D24-24AB-5D02-E5AC-C1CEE6B02B99}" dt="2025-09-10T02:42:28.557" v="134"/>
          <ac:spMkLst>
            <pc:docMk/>
            <pc:sldMk cId="2736609220" sldId="259"/>
            <ac:spMk id="20" creationId="{B50AB553-2A96-4A92-96F2-93548E096954}"/>
          </ac:spMkLst>
        </pc:spChg>
        <pc:graphicFrameChg chg="add mod modGraphic">
          <ac:chgData name="Anand, Aryan" userId="S::asanand@email.sc.edu::2e84b05c-4827-4967-a624-b1bb69da5352" providerId="AD" clId="Web-{C66F8D24-24AB-5D02-E5AC-C1CEE6B02B99}" dt="2025-09-10T02:42:28.557" v="134"/>
          <ac:graphicFrameMkLst>
            <pc:docMk/>
            <pc:sldMk cId="2736609220" sldId="259"/>
            <ac:graphicFrameMk id="5" creationId="{4061DBC5-2897-AEDE-4B18-1F7AD1C77C73}"/>
          </ac:graphicFrameMkLst>
        </pc:graphicFrameChg>
        <pc:picChg chg="add mod">
          <ac:chgData name="Anand, Aryan" userId="S::asanand@email.sc.edu::2e84b05c-4827-4967-a624-b1bb69da5352" providerId="AD" clId="Web-{C66F8D24-24AB-5D02-E5AC-C1CEE6B02B99}" dt="2025-09-10T02:42:28.557" v="134"/>
          <ac:picMkLst>
            <pc:docMk/>
            <pc:sldMk cId="2736609220" sldId="259"/>
            <ac:picMk id="6" creationId="{872ABA66-F0E5-A274-CF00-B86AE44C1260}"/>
          </ac:picMkLst>
        </pc:picChg>
      </pc:sldChg>
      <pc:sldChg chg="addSp modSp new del mod setBg">
        <pc:chgData name="Anand, Aryan" userId="S::asanand@email.sc.edu::2e84b05c-4827-4967-a624-b1bb69da5352" providerId="AD" clId="Web-{C66F8D24-24AB-5D02-E5AC-C1CEE6B02B99}" dt="2025-09-10T02:44:20.758" v="141"/>
        <pc:sldMkLst>
          <pc:docMk/>
          <pc:sldMk cId="2680221407" sldId="260"/>
        </pc:sldMkLst>
        <pc:spChg chg="mod">
          <ac:chgData name="Anand, Aryan" userId="S::asanand@email.sc.edu::2e84b05c-4827-4967-a624-b1bb69da5352" providerId="AD" clId="Web-{C66F8D24-24AB-5D02-E5AC-C1CEE6B02B99}" dt="2025-09-10T02:42:53.409" v="135"/>
          <ac:spMkLst>
            <pc:docMk/>
            <pc:sldMk cId="2680221407" sldId="260"/>
            <ac:spMk id="2" creationId="{7C263AC4-7A79-107E-92F0-7C441C7C7450}"/>
          </ac:spMkLst>
        </pc:spChg>
        <pc:spChg chg="mod">
          <ac:chgData name="Anand, Aryan" userId="S::asanand@email.sc.edu::2e84b05c-4827-4967-a624-b1bb69da5352" providerId="AD" clId="Web-{C66F8D24-24AB-5D02-E5AC-C1CEE6B02B99}" dt="2025-09-10T02:42:53.409" v="135"/>
          <ac:spMkLst>
            <pc:docMk/>
            <pc:sldMk cId="2680221407" sldId="260"/>
            <ac:spMk id="3" creationId="{F0D40EA9-A1E6-157E-0233-F42499C3575D}"/>
          </ac:spMkLst>
        </pc:spChg>
        <pc:spChg chg="add">
          <ac:chgData name="Anand, Aryan" userId="S::asanand@email.sc.edu::2e84b05c-4827-4967-a624-b1bb69da5352" providerId="AD" clId="Web-{C66F8D24-24AB-5D02-E5AC-C1CEE6B02B99}" dt="2025-09-10T02:42:53.409" v="135"/>
          <ac:spMkLst>
            <pc:docMk/>
            <pc:sldMk cId="2680221407" sldId="260"/>
            <ac:spMk id="8" creationId="{907EF6B7-1338-4443-8C46-6A318D952DFD}"/>
          </ac:spMkLst>
        </pc:spChg>
        <pc:spChg chg="add">
          <ac:chgData name="Anand, Aryan" userId="S::asanand@email.sc.edu::2e84b05c-4827-4967-a624-b1bb69da5352" providerId="AD" clId="Web-{C66F8D24-24AB-5D02-E5AC-C1CEE6B02B99}" dt="2025-09-10T02:42:53.409" v="135"/>
          <ac:spMkLst>
            <pc:docMk/>
            <pc:sldMk cId="2680221407" sldId="260"/>
            <ac:spMk id="10" creationId="{DAAE4CDD-124C-4DCF-9584-B6033B545DD5}"/>
          </ac:spMkLst>
        </pc:spChg>
        <pc:spChg chg="add">
          <ac:chgData name="Anand, Aryan" userId="S::asanand@email.sc.edu::2e84b05c-4827-4967-a624-b1bb69da5352" providerId="AD" clId="Web-{C66F8D24-24AB-5D02-E5AC-C1CEE6B02B99}" dt="2025-09-10T02:42:53.409" v="135"/>
          <ac:spMkLst>
            <pc:docMk/>
            <pc:sldMk cId="2680221407" sldId="260"/>
            <ac:spMk id="12" creationId="{081E4A58-353D-44AE-B2FC-2A74E2E400F7}"/>
          </ac:spMkLst>
        </pc:spChg>
      </pc:sldChg>
      <pc:sldChg chg="modSp new del">
        <pc:chgData name="Anand, Aryan" userId="S::asanand@email.sc.edu::2e84b05c-4827-4967-a624-b1bb69da5352" providerId="AD" clId="Web-{C66F8D24-24AB-5D02-E5AC-C1CEE6B02B99}" dt="2025-09-10T02:04:05.819" v="85"/>
        <pc:sldMkLst>
          <pc:docMk/>
          <pc:sldMk cId="1135310849" sldId="261"/>
        </pc:sldMkLst>
        <pc:spChg chg="mod">
          <ac:chgData name="Anand, Aryan" userId="S::asanand@email.sc.edu::2e84b05c-4827-4967-a624-b1bb69da5352" providerId="AD" clId="Web-{C66F8D24-24AB-5D02-E5AC-C1CEE6B02B99}" dt="2025-09-10T02:04:00.694" v="84" actId="20577"/>
          <ac:spMkLst>
            <pc:docMk/>
            <pc:sldMk cId="1135310849" sldId="261"/>
            <ac:spMk id="3" creationId="{9D5CB036-B902-8916-31E5-60F9DE1011EE}"/>
          </ac:spMkLst>
        </pc:spChg>
      </pc:sldChg>
      <pc:sldChg chg="addSp delSp modSp new">
        <pc:chgData name="Anand, Aryan" userId="S::asanand@email.sc.edu::2e84b05c-4827-4967-a624-b1bb69da5352" providerId="AD" clId="Web-{C66F8D24-24AB-5D02-E5AC-C1CEE6B02B99}" dt="2025-09-10T02:42:19.084" v="133"/>
        <pc:sldMkLst>
          <pc:docMk/>
          <pc:sldMk cId="2088407355" sldId="261"/>
        </pc:sldMkLst>
        <pc:spChg chg="mod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2" creationId="{D4F838ED-07BC-F117-D64E-CE64782DB888}"/>
          </ac:spMkLst>
        </pc:spChg>
        <pc:spChg chg="del">
          <ac:chgData name="Anand, Aryan" userId="S::asanand@email.sc.edu::2e84b05c-4827-4967-a624-b1bb69da5352" providerId="AD" clId="Web-{C66F8D24-24AB-5D02-E5AC-C1CEE6B02B99}" dt="2025-09-10T02:07:08.931" v="111"/>
          <ac:spMkLst>
            <pc:docMk/>
            <pc:sldMk cId="2088407355" sldId="261"/>
            <ac:spMk id="3" creationId="{623FFE93-1A39-44D5-3AE0-964B1A896B98}"/>
          </ac:spMkLst>
        </pc:spChg>
        <pc:spChg chg="del">
          <ac:chgData name="Anand, Aryan" userId="S::asanand@email.sc.edu::2e84b05c-4827-4967-a624-b1bb69da5352" providerId="AD" clId="Web-{C66F8D24-24AB-5D02-E5AC-C1CEE6B02B99}" dt="2025-09-10T02:41:11.005" v="125"/>
          <ac:spMkLst>
            <pc:docMk/>
            <pc:sldMk cId="2088407355" sldId="261"/>
            <ac:spMk id="8" creationId="{3C54F4CE-85F0-46ED-80DA-9518C9251AD1}"/>
          </ac:spMkLst>
        </pc:spChg>
        <pc:spChg chg="del">
          <ac:chgData name="Anand, Aryan" userId="S::asanand@email.sc.edu::2e84b05c-4827-4967-a624-b1bb69da5352" providerId="AD" clId="Web-{C66F8D24-24AB-5D02-E5AC-C1CEE6B02B99}" dt="2025-09-10T02:41:11.005" v="125"/>
          <ac:spMkLst>
            <pc:docMk/>
            <pc:sldMk cId="2088407355" sldId="261"/>
            <ac:spMk id="10" creationId="{DADD1FCA-8ACB-4958-81DD-4CDD6D3E1921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15" creationId="{A8384FB5-9ADC-4DDC-881B-597D56F5B15D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17" creationId="{BC05CA36-AD6A-4ABF-9A05-52E5A143D2BB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19" creationId="{D4331EE8-85A4-4588-8D9E-70E534D477DB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21" creationId="{49D6C862-61CC-4B46-8080-96583D653BAB}"/>
          </ac:spMkLst>
        </pc:spChg>
        <pc:spChg chg="add del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23" creationId="{E37EECFC-A684-4391-AE85-4CDAF5565F61}"/>
          </ac:spMkLst>
        </pc:spChg>
        <pc:spChg chg="add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28" creationId="{5DCB5928-DC7D-4612-9922-441966E15627}"/>
          </ac:spMkLst>
        </pc:spChg>
        <pc:spChg chg="add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30" creationId="{682C1161-1736-45EC-99B7-33F3CAE9D517}"/>
          </ac:spMkLst>
        </pc:spChg>
        <pc:spChg chg="add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32" creationId="{84D4DDB8-B68F-45B0-9F62-C4279996F672}"/>
          </ac:spMkLst>
        </pc:spChg>
        <pc:spChg chg="add">
          <ac:chgData name="Anand, Aryan" userId="S::asanand@email.sc.edu::2e84b05c-4827-4967-a624-b1bb69da5352" providerId="AD" clId="Web-{C66F8D24-24AB-5D02-E5AC-C1CEE6B02B99}" dt="2025-09-10T02:42:19.084" v="133"/>
          <ac:spMkLst>
            <pc:docMk/>
            <pc:sldMk cId="2088407355" sldId="261"/>
            <ac:spMk id="34" creationId="{AF2F604E-43BE-4DC3-B983-E071523364F8}"/>
          </ac:spMkLst>
        </pc:spChg>
        <pc:picChg chg="mod">
          <ac:chgData name="Anand, Aryan" userId="S::asanand@email.sc.edu::2e84b05c-4827-4967-a624-b1bb69da5352" providerId="AD" clId="Web-{C66F8D24-24AB-5D02-E5AC-C1CEE6B02B99}" dt="2025-09-10T02:41:11.005" v="125"/>
          <ac:picMkLst>
            <pc:docMk/>
            <pc:sldMk cId="2088407355" sldId="261"/>
            <ac:picMk id="3" creationId="{54C1E413-60E9-2DC5-A084-40038EB432ED}"/>
          </ac:picMkLst>
        </pc:picChg>
        <pc:picChg chg="add mod ord">
          <ac:chgData name="Anand, Aryan" userId="S::asanand@email.sc.edu::2e84b05c-4827-4967-a624-b1bb69da5352" providerId="AD" clId="Web-{C66F8D24-24AB-5D02-E5AC-C1CEE6B02B99}" dt="2025-09-10T02:07:55.197" v="120" actId="14100"/>
          <ac:picMkLst>
            <pc:docMk/>
            <pc:sldMk cId="2088407355" sldId="261"/>
            <ac:picMk id="4" creationId="{EE54DECE-E8B7-CDBD-9E16-BB6441BAD350}"/>
          </ac:picMkLst>
        </pc:picChg>
      </pc:sldChg>
      <pc:sldChg chg="addSp delSp modSp new del ord">
        <pc:chgData name="Anand, Aryan" userId="S::asanand@email.sc.edu::2e84b05c-4827-4967-a624-b1bb69da5352" providerId="AD" clId="Web-{C66F8D24-24AB-5D02-E5AC-C1CEE6B02B99}" dt="2025-09-10T02:07:04.322" v="109"/>
        <pc:sldMkLst>
          <pc:docMk/>
          <pc:sldMk cId="2758063441" sldId="261"/>
        </pc:sldMkLst>
        <pc:spChg chg="add del mod">
          <ac:chgData name="Anand, Aryan" userId="S::asanand@email.sc.edu::2e84b05c-4827-4967-a624-b1bb69da5352" providerId="AD" clId="Web-{C66F8D24-24AB-5D02-E5AC-C1CEE6B02B99}" dt="2025-09-10T02:06:32.915" v="100"/>
          <ac:spMkLst>
            <pc:docMk/>
            <pc:sldMk cId="2758063441" sldId="261"/>
            <ac:spMk id="2" creationId="{0A070161-99E6-ED09-1A89-B4A07C9D8A16}"/>
          </ac:spMkLst>
        </pc:spChg>
        <pc:picChg chg="add del mod">
          <ac:chgData name="Anand, Aryan" userId="S::asanand@email.sc.edu::2e84b05c-4827-4967-a624-b1bb69da5352" providerId="AD" clId="Web-{C66F8D24-24AB-5D02-E5AC-C1CEE6B02B99}" dt="2025-09-10T02:06:36.244" v="101"/>
          <ac:picMkLst>
            <pc:docMk/>
            <pc:sldMk cId="2758063441" sldId="261"/>
            <ac:picMk id="3" creationId="{810E177D-5171-B3F3-1E59-EE86F3B5FC5B}"/>
          </ac:picMkLst>
        </pc:picChg>
        <pc:picChg chg="add del mod">
          <ac:chgData name="Anand, Aryan" userId="S::asanand@email.sc.edu::2e84b05c-4827-4967-a624-b1bb69da5352" providerId="AD" clId="Web-{C66F8D24-24AB-5D02-E5AC-C1CEE6B02B99}" dt="2025-09-10T02:06:59.494" v="108"/>
          <ac:picMkLst>
            <pc:docMk/>
            <pc:sldMk cId="2758063441" sldId="261"/>
            <ac:picMk id="4" creationId="{245D1D8F-2B99-F801-EBEC-42BE79D554AD}"/>
          </ac:picMkLst>
        </pc:picChg>
      </pc:sldChg>
      <pc:sldChg chg="modSp new">
        <pc:chgData name="Anand, Aryan" userId="S::asanand@email.sc.edu::2e84b05c-4827-4967-a624-b1bb69da5352" providerId="AD" clId="Web-{C66F8D24-24AB-5D02-E5AC-C1CEE6B02B99}" dt="2025-09-11T18:55:26.671" v="205" actId="20577"/>
        <pc:sldMkLst>
          <pc:docMk/>
          <pc:sldMk cId="1823311011" sldId="263"/>
        </pc:sldMkLst>
        <pc:spChg chg="mod">
          <ac:chgData name="Anand, Aryan" userId="S::asanand@email.sc.edu::2e84b05c-4827-4967-a624-b1bb69da5352" providerId="AD" clId="Web-{C66F8D24-24AB-5D02-E5AC-C1CEE6B02B99}" dt="2025-09-11T18:55:26.671" v="205" actId="20577"/>
          <ac:spMkLst>
            <pc:docMk/>
            <pc:sldMk cId="1823311011" sldId="263"/>
            <ac:spMk id="2" creationId="{B990D32C-64FA-14C2-5DB8-C7FF79D945CD}"/>
          </ac:spMkLst>
        </pc:spChg>
        <pc:spChg chg="ord">
          <ac:chgData name="Anand, Aryan" userId="S::asanand@email.sc.edu::2e84b05c-4827-4967-a624-b1bb69da5352" providerId="AD" clId="Web-{C66F8D24-24AB-5D02-E5AC-C1CEE6B02B99}" dt="2025-09-11T18:55:15.780" v="199"/>
          <ac:spMkLst>
            <pc:docMk/>
            <pc:sldMk cId="1823311011" sldId="263"/>
            <ac:spMk id="3" creationId="{55758C0C-55ED-26D2-F0C2-CCFE6FB60029}"/>
          </ac:spMkLst>
        </pc:spChg>
      </pc:sldChg>
    </pc:docChg>
  </pc:docChgLst>
  <pc:docChgLst>
    <pc:chgData name="Satishkumar, Sri" userId="S::satishks@email.sc.edu::f6ebb023-83d4-4638-b40e-b1943aedbc85" providerId="AD" clId="Web-{DA2BFD67-9088-DE04-1AC7-C992C07E745E}"/>
    <pc:docChg chg="modSld">
      <pc:chgData name="Satishkumar, Sri" userId="S::satishks@email.sc.edu::f6ebb023-83d4-4638-b40e-b1943aedbc85" providerId="AD" clId="Web-{DA2BFD67-9088-DE04-1AC7-C992C07E745E}" dt="2025-09-11T02:28:32.346" v="9" actId="20577"/>
      <pc:docMkLst>
        <pc:docMk/>
      </pc:docMkLst>
      <pc:sldChg chg="modSp">
        <pc:chgData name="Satishkumar, Sri" userId="S::satishks@email.sc.edu::f6ebb023-83d4-4638-b40e-b1943aedbc85" providerId="AD" clId="Web-{DA2BFD67-9088-DE04-1AC7-C992C07E745E}" dt="2025-09-11T02:28:32.346" v="9" actId="20577"/>
        <pc:sldMkLst>
          <pc:docMk/>
          <pc:sldMk cId="109857222" sldId="256"/>
        </pc:sldMkLst>
        <pc:spChg chg="mod">
          <ac:chgData name="Satishkumar, Sri" userId="S::satishks@email.sc.edu::f6ebb023-83d4-4638-b40e-b1943aedbc85" providerId="AD" clId="Web-{DA2BFD67-9088-DE04-1AC7-C992C07E745E}" dt="2025-09-11T02:28:32.346" v="9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yatinrcb@gmail.com" userId="S::urn:spo:guest#yatinrcb@gmail.com::" providerId="AD" clId="Web-{B655D327-58B1-BF34-970B-70381121B556}"/>
    <pc:docChg chg="delSld modSld">
      <pc:chgData name="yatinrcb@gmail.com" userId="S::urn:spo:guest#yatinrcb@gmail.com::" providerId="AD" clId="Web-{B655D327-58B1-BF34-970B-70381121B556}" dt="2025-09-10T02:45:30.603" v="3" actId="20577"/>
      <pc:docMkLst>
        <pc:docMk/>
      </pc:docMkLst>
      <pc:sldChg chg="modSp">
        <pc:chgData name="yatinrcb@gmail.com" userId="S::urn:spo:guest#yatinrcb@gmail.com::" providerId="AD" clId="Web-{B655D327-58B1-BF34-970B-70381121B556}" dt="2025-09-10T02:45:30.603" v="3" actId="20577"/>
        <pc:sldMkLst>
          <pc:docMk/>
          <pc:sldMk cId="2610441731" sldId="257"/>
        </pc:sldMkLst>
        <pc:spChg chg="mod">
          <ac:chgData name="yatinrcb@gmail.com" userId="S::urn:spo:guest#yatinrcb@gmail.com::" providerId="AD" clId="Web-{B655D327-58B1-BF34-970B-70381121B556}" dt="2025-09-10T02:45:30.603" v="3" actId="20577"/>
          <ac:spMkLst>
            <pc:docMk/>
            <pc:sldMk cId="2610441731" sldId="257"/>
            <ac:spMk id="3" creationId="{A3B1AC78-AC14-F787-0F01-86EDAEDDA833}"/>
          </ac:spMkLst>
        </pc:spChg>
      </pc:sldChg>
      <pc:sldChg chg="del">
        <pc:chgData name="yatinrcb@gmail.com" userId="S::urn:spo:guest#yatinrcb@gmail.com::" providerId="AD" clId="Web-{B655D327-58B1-BF34-970B-70381121B556}" dt="2025-09-10T02:44:20.149" v="0"/>
        <pc:sldMkLst>
          <pc:docMk/>
          <pc:sldMk cId="2680221407" sldId="260"/>
        </pc:sldMkLst>
      </pc:sldChg>
    </pc:docChg>
  </pc:docChgLst>
  <pc:docChgLst>
    <pc:chgData name="Satishkumar, Sri" userId="S::satishks@email.sc.edu::f6ebb023-83d4-4638-b40e-b1943aedbc85" providerId="AD" clId="Web-{44C04C9B-D8E9-78F3-6D61-855D3E509548}"/>
    <pc:docChg chg="modSld">
      <pc:chgData name="Satishkumar, Sri" userId="S::satishks@email.sc.edu::f6ebb023-83d4-4638-b40e-b1943aedbc85" providerId="AD" clId="Web-{44C04C9B-D8E9-78F3-6D61-855D3E509548}" dt="2025-09-11T01:58:03.120" v="65" actId="1076"/>
      <pc:docMkLst>
        <pc:docMk/>
      </pc:docMkLst>
      <pc:sldChg chg="modSp">
        <pc:chgData name="Satishkumar, Sri" userId="S::satishks@email.sc.edu::f6ebb023-83d4-4638-b40e-b1943aedbc85" providerId="AD" clId="Web-{44C04C9B-D8E9-78F3-6D61-855D3E509548}" dt="2025-09-11T01:58:03.120" v="65" actId="1076"/>
        <pc:sldMkLst>
          <pc:docMk/>
          <pc:sldMk cId="2610441731" sldId="257"/>
        </pc:sldMkLst>
        <pc:spChg chg="mod">
          <ac:chgData name="Satishkumar, Sri" userId="S::satishks@email.sc.edu::f6ebb023-83d4-4638-b40e-b1943aedbc85" providerId="AD" clId="Web-{44C04C9B-D8E9-78F3-6D61-855D3E509548}" dt="2025-09-11T01:58:03.120" v="65" actId="1076"/>
          <ac:spMkLst>
            <pc:docMk/>
            <pc:sldMk cId="2610441731" sldId="257"/>
            <ac:spMk id="3" creationId="{A3B1AC78-AC14-F787-0F01-86EDAEDDA8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EA9B4-7075-4E6E-B424-7D6FD3A6DBEB}" type="datetimeFigureOut"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F69EC-68A0-4C25-AE07-63532B7449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8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everyone, the project we are  building is called RECAP, which turns before and after satellite images into building-level damage labels with calibrated confidence, then shows the results on a simple map. In short, our system helps responders see where damage is most likely, fast.” </a:t>
            </a:r>
            <a:br>
              <a:rPr lang="en-US">
                <a:cs typeface="+mn-lt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F69EC-68A0-4C25-AE07-63532B74497E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40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</a:t>
            </a:r>
          </a:p>
          <a:p>
            <a:r>
              <a:rPr lang="en-US"/>
              <a:t>“After disasters, responders need to know which buildings are safe, damaged, or destroyed. Field surveys are slow and risky. Satellite imagery arrives quickly, but raw photos are not actionable.”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Opportunity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“AI can compare pre and post images and produce a building-level damage map that people can use right away.”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Impact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“Faster response by focusing inspections where they matter most.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Smarter resource use for shelters, supplies, and aid.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An accessible tool in a simple map, not just for experts.”</a:t>
            </a:r>
          </a:p>
          <a:p>
            <a:r>
              <a:rPr lang="en-US"/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Transition to Presenter 2:</a:t>
            </a:r>
          </a:p>
          <a:p>
            <a:r>
              <a:rPr lang="en-US"/>
              <a:t>“Now that you have the why, here is the core idea of what we are building.”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F69EC-68A0-4C25-AE07-63532B74497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01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“We use xView2/</a:t>
            </a:r>
            <a:r>
              <a:rPr lang="en-US" err="1"/>
              <a:t>xBD</a:t>
            </a:r>
            <a:r>
              <a:rPr lang="en-US"/>
              <a:t> with paired pre and post imagery, building footprints, and four damage classes.”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“Our baseline is a Siamese ResNet-18 on paired building crops at about 224 to 256 pixels. The model outputs a damage label plus a calibrated confidence score so thresholds behave predictably in the app.”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“We split by disaster event to avoid leakage between train and test. We report Precision, Recall, and F1 per class, and Macro-F1 overall as the main metric.”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F69EC-68A0-4C25-AE07-63532B74497E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59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diagram shows how our system works from start to finish.</a:t>
            </a:r>
          </a:p>
          <a:p>
            <a:r>
              <a:rPr lang="en-US"/>
              <a:t>We begin with a </a:t>
            </a:r>
            <a:r>
              <a:rPr lang="en-US" b="1"/>
              <a:t>pre-disaster satellite image</a:t>
            </a:r>
            <a:r>
              <a:rPr lang="en-US"/>
              <a:t> and a </a:t>
            </a:r>
            <a:r>
              <a:rPr lang="en-US" b="1"/>
              <a:t>post-disaster image</a:t>
            </a:r>
            <a:r>
              <a:rPr lang="en-US"/>
              <a:t> of the same area. From those, we </a:t>
            </a:r>
            <a:r>
              <a:rPr lang="en-US" b="1"/>
              <a:t>crop around each building footprint</a:t>
            </a:r>
            <a:r>
              <a:rPr lang="en-US"/>
              <a:t> provided in the xView2 dataset. Each building now has a before-and-after pair.</a:t>
            </a:r>
          </a:p>
          <a:p>
            <a:r>
              <a:rPr lang="en-US"/>
              <a:t>These paired crops go into our </a:t>
            </a:r>
            <a:r>
              <a:rPr lang="en-US" b="1"/>
              <a:t>Siamese ResNet-18 model</a:t>
            </a:r>
            <a:r>
              <a:rPr lang="en-US"/>
              <a:t>, which compares the two images and predicts the level of damage. The model produces three outputs: a </a:t>
            </a:r>
            <a:r>
              <a:rPr lang="en-US" b="1"/>
              <a:t>damage label</a:t>
            </a:r>
            <a:r>
              <a:rPr lang="en-US"/>
              <a:t> like no, minor, major, or destroyed; a </a:t>
            </a:r>
            <a:r>
              <a:rPr lang="en-US" b="1"/>
              <a:t>confidence score</a:t>
            </a:r>
            <a:r>
              <a:rPr lang="en-US"/>
              <a:t> that tells us how sure the model is; and an optional </a:t>
            </a:r>
            <a:r>
              <a:rPr lang="en-US" b="1"/>
              <a:t>Grad-CAM heatmap</a:t>
            </a:r>
            <a:r>
              <a:rPr lang="en-US"/>
              <a:t> that highlights which parts of the image influenced the decision.</a:t>
            </a:r>
          </a:p>
          <a:p>
            <a:r>
              <a:rPr lang="en-US"/>
              <a:t>Finally, all of this is displayed in our </a:t>
            </a:r>
            <a:r>
              <a:rPr lang="en-US" b="1"/>
              <a:t>Streamlit app</a:t>
            </a:r>
            <a:r>
              <a:rPr lang="en-US"/>
              <a:t>. On the map, buildings are color-coded by damage level, and users can filter with a confidence slider. Clicking a building brings up its before/after images and prediction details, and the results can also be exported as CSV or GeoJSON for further use.”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0F69EC-68A0-4C25-AE07-63532B74497E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4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u="sng"/>
              <a:t>RECAP</a:t>
            </a:r>
            <a:r>
              <a:rPr lang="en-US"/>
              <a:t>:</a:t>
            </a:r>
            <a:r>
              <a:rPr lang="en-US">
                <a:ea typeface="+mj-lt"/>
                <a:cs typeface="+mj-lt"/>
              </a:rPr>
              <a:t> Rapid Event-level Classification of Affected Properties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/>
              <a:t>By: Yatin Raju, Aryan Anand, and Sri Satishkumar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EB71E-D45E-CA10-CA9E-9759CDC55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Why This Project Matters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5722E-8565-98AA-3640-ECDB22E08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The problem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After disasters, responders need to know: which buildings are safe, damaged, or destroyed?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Field surveys are slow and dangerous. Satellite imagery arrives quickly, but raw photos are not actionable.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The opportunity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AI can turn pre/post satellite images into building-level damage maps.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This gives responders </a:t>
            </a:r>
            <a:r>
              <a:rPr lang="en-US" sz="1800" b="1">
                <a:ea typeface="+mn-lt"/>
                <a:cs typeface="+mn-lt"/>
              </a:rPr>
              <a:t>fast, clear, and safe situational awareness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The impact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 b="1">
                <a:ea typeface="+mn-lt"/>
                <a:cs typeface="+mn-lt"/>
              </a:rPr>
              <a:t>Faster response:</a:t>
            </a:r>
            <a:r>
              <a:rPr lang="en-US" sz="1800">
                <a:ea typeface="+mn-lt"/>
                <a:cs typeface="+mn-lt"/>
              </a:rPr>
              <a:t> focus inspections where they matter most.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 b="1">
                <a:ea typeface="+mn-lt"/>
                <a:cs typeface="+mn-lt"/>
              </a:rPr>
              <a:t>Smarter resource use:</a:t>
            </a:r>
            <a:r>
              <a:rPr lang="en-US" sz="1800">
                <a:ea typeface="+mn-lt"/>
                <a:cs typeface="+mn-lt"/>
              </a:rPr>
              <a:t> guide shelters, supplies, and aid.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r>
              <a:rPr lang="en-US" sz="1800" b="1">
                <a:ea typeface="+mn-lt"/>
                <a:cs typeface="+mn-lt"/>
              </a:rPr>
              <a:t>Accessible tool:</a:t>
            </a:r>
            <a:r>
              <a:rPr lang="en-US" sz="1800">
                <a:ea typeface="+mn-lt"/>
                <a:cs typeface="+mn-lt"/>
              </a:rPr>
              <a:t> simple map anyone can use, not just experts.</a:t>
            </a:r>
            <a:endParaRPr lang="en-US" sz="1800"/>
          </a:p>
          <a:p>
            <a:pPr>
              <a:buFont typeface="Calibri" panose="020B0604020202020204" pitchFamily="34" charset="0"/>
              <a:buChar char="-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8715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30630-EF4D-AAF0-8017-643FB9BC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Idea and Constraints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AC78-AC14-F787-0F01-86EDAEDDA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798307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Idea</a:t>
            </a: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dirty="0">
                <a:ea typeface="+mn-lt"/>
                <a:cs typeface="+mn-lt"/>
              </a:rPr>
              <a:t>Use publicly available “before and after” satellite images to train a model that classifies each building’s damage level:</a:t>
            </a:r>
            <a:endParaRPr lang="en-US" sz="2100" dirty="0"/>
          </a:p>
          <a:p>
            <a:pPr>
              <a:buAutoNum type="arabicPeriod"/>
            </a:pPr>
            <a:r>
              <a:rPr lang="en-US" sz="2100" dirty="0">
                <a:ea typeface="+mn-lt"/>
                <a:cs typeface="+mn-lt"/>
              </a:rPr>
              <a:t>No Damage</a:t>
            </a:r>
            <a:endParaRPr lang="en-US" sz="2100" dirty="0"/>
          </a:p>
          <a:p>
            <a:pPr>
              <a:buAutoNum type="arabicPeriod"/>
            </a:pPr>
            <a:r>
              <a:rPr lang="en-US" sz="2100" dirty="0">
                <a:ea typeface="+mn-lt"/>
                <a:cs typeface="+mn-lt"/>
              </a:rPr>
              <a:t>Minor Damage</a:t>
            </a:r>
            <a:endParaRPr lang="en-US" sz="2100" dirty="0"/>
          </a:p>
          <a:p>
            <a:pPr>
              <a:buAutoNum type="arabicPeriod"/>
            </a:pPr>
            <a:r>
              <a:rPr lang="en-US" sz="2100" dirty="0">
                <a:ea typeface="+mn-lt"/>
                <a:cs typeface="+mn-lt"/>
              </a:rPr>
              <a:t>Major Damage</a:t>
            </a:r>
            <a:endParaRPr lang="en-US" sz="2100" dirty="0"/>
          </a:p>
          <a:p>
            <a:pPr>
              <a:buAutoNum type="arabicPeriod"/>
            </a:pPr>
            <a:r>
              <a:rPr lang="en-US" sz="2100" dirty="0">
                <a:ea typeface="+mn-lt"/>
                <a:cs typeface="+mn-lt"/>
              </a:rPr>
              <a:t>Destroyed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ea typeface="+mn-lt"/>
                <a:cs typeface="+mn-lt"/>
              </a:rPr>
              <a:t>Display the results on a simple, interactive map for quick situational awareness.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Constraints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 dirty="0">
                <a:ea typeface="+mn-lt"/>
                <a:cs typeface="+mn-lt"/>
              </a:rPr>
              <a:t>No live satellite tasking, use existing public imagery. </a:t>
            </a:r>
            <a:endParaRPr lang="en-US" dirty="0">
              <a:ea typeface="+mn-lt"/>
              <a:cs typeface="+mn-lt"/>
            </a:endParaRPr>
          </a:p>
          <a:p>
            <a:pPr indent="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4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D2B7A-E535-1925-4B90-EC4975F5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Data and Method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EF12498-6547-1232-8766-2073E3A00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966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Data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xView2/</a:t>
            </a:r>
            <a:r>
              <a:rPr lang="en-US" sz="2000" b="1" err="1">
                <a:ea typeface="+mn-lt"/>
                <a:cs typeface="+mn-lt"/>
              </a:rPr>
              <a:t>xBD</a:t>
            </a:r>
            <a:r>
              <a:rPr lang="en-US" sz="2000" b="1"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Pre- and post-disaster imagery, building footprints, 4 damage classes.</a:t>
            </a:r>
            <a:endParaRPr lang="en-US"/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Method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Model:</a:t>
            </a:r>
            <a:r>
              <a:rPr lang="en-US" sz="2000">
                <a:ea typeface="+mn-lt"/>
                <a:cs typeface="+mn-lt"/>
              </a:rPr>
              <a:t> Siamese ResNet-18 on paired building crops (224–256 </a:t>
            </a:r>
            <a:r>
              <a:rPr lang="en-US" sz="2000" err="1">
                <a:ea typeface="+mn-lt"/>
                <a:cs typeface="+mn-lt"/>
              </a:rPr>
              <a:t>px</a:t>
            </a:r>
            <a:r>
              <a:rPr lang="en-US" sz="2000">
                <a:ea typeface="+mn-lt"/>
                <a:cs typeface="+mn-lt"/>
              </a:rPr>
              <a:t>).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Outputs:</a:t>
            </a:r>
            <a:r>
              <a:rPr lang="en-US" sz="2000">
                <a:ea typeface="+mn-lt"/>
                <a:cs typeface="+mn-lt"/>
              </a:rPr>
              <a:t> Damage label + calibrated confidence score.</a:t>
            </a:r>
            <a:endParaRPr lang="en-US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Evaluation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Splits:</a:t>
            </a:r>
            <a:r>
              <a:rPr lang="en-US" sz="2000">
                <a:ea typeface="+mn-lt"/>
                <a:cs typeface="+mn-lt"/>
              </a:rPr>
              <a:t> Train/test by disaster event (no leakage).</a:t>
            </a: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Metrics:</a:t>
            </a:r>
            <a:r>
              <a:rPr lang="en-US" sz="2000">
                <a:ea typeface="+mn-lt"/>
                <a:cs typeface="+mn-lt"/>
              </a:rPr>
              <a:t> Precision, Recall, F1 per class; Macro-F1 overall.</a:t>
            </a:r>
            <a:endParaRPr lang="en-US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9070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838ED-07BC-F117-D64E-CE64782D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High-level architecture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4C1E413-60E9-2DC5-A084-40038EB4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849" y="625684"/>
            <a:ext cx="3777850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0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D32C-64FA-14C2-5DB8-C7FF79D94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Thank you for listening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11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RECAP: Rapid Event-level Classification of Affected Properties</vt:lpstr>
      <vt:lpstr>Why This Project Matters</vt:lpstr>
      <vt:lpstr>Idea and Constraints</vt:lpstr>
      <vt:lpstr>Data and Method</vt:lpstr>
      <vt:lpstr>High-level architecture 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2025-09-10T00:46:47Z</dcterms:created>
  <dcterms:modified xsi:type="dcterms:W3CDTF">2025-09-11T19:16:43Z</dcterms:modified>
</cp:coreProperties>
</file>