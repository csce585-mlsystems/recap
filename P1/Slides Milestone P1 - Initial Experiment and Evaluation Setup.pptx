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13"/>
  </p:notesMasterIdLst>
  <p:sldIdLst>
    <p:sldId id="256" r:id="rId2"/>
    <p:sldId id="271" r:id="rId3"/>
    <p:sldId id="257" r:id="rId4"/>
    <p:sldId id="263" r:id="rId5"/>
    <p:sldId id="268" r:id="rId6"/>
    <p:sldId id="264" r:id="rId7"/>
    <p:sldId id="266" r:id="rId8"/>
    <p:sldId id="270" r:id="rId9"/>
    <p:sldId id="269" r:id="rId10"/>
    <p:sldId id="259"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E52286-EE8A-219A-9786-01FC5C43AE9A}" v="45" dt="2025-10-01T22:43:53.306"/>
    <p1510:client id="{613AE82A-3985-CF48-363B-51AC29AEC0FB}" v="4" dt="2025-10-02T17:44:18.219"/>
    <p1510:client id="{B33C91BD-B529-53B9-159C-27A5990AD2A8}" v="1" dt="2025-10-02T18:36:38.735"/>
    <p1510:client id="{BBA0A320-DB89-FBAD-6CE3-152F81D294E3}" v="75" dt="2025-10-02T04:00:59.834"/>
    <p1510:client id="{E702B7D4-9C34-8254-A1D6-793B580FF37C}" v="113" dt="2025-10-02T03:33:29.2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ishkumar, Sri" userId="S::satishks@email.sc.edu::f6ebb023-83d4-4638-b40e-b1943aedbc85" providerId="AD" clId="Web-{1867E2AA-F17C-1547-42AB-E8D7B2490E2E}"/>
    <pc:docChg chg="mod addSld modSld sldOrd addMainMaster delMainMaster">
      <pc:chgData name="Satishkumar, Sri" userId="S::satishks@email.sc.edu::f6ebb023-83d4-4638-b40e-b1943aedbc85" providerId="AD" clId="Web-{1867E2AA-F17C-1547-42AB-E8D7B2490E2E}" dt="2025-09-29T19:22:40.050" v="270" actId="20577"/>
      <pc:docMkLst>
        <pc:docMk/>
      </pc:docMkLst>
      <pc:sldChg chg="modSp mod modClrScheme chgLayout">
        <pc:chgData name="Satishkumar, Sri" userId="S::satishks@email.sc.edu::f6ebb023-83d4-4638-b40e-b1943aedbc85" providerId="AD" clId="Web-{1867E2AA-F17C-1547-42AB-E8D7B2490E2E}" dt="2025-09-29T16:50:42.631" v="106" actId="14100"/>
        <pc:sldMkLst>
          <pc:docMk/>
          <pc:sldMk cId="109857222" sldId="256"/>
        </pc:sldMkLst>
        <pc:spChg chg="mod ord">
          <ac:chgData name="Satishkumar, Sri" userId="S::satishks@email.sc.edu::f6ebb023-83d4-4638-b40e-b1943aedbc85" providerId="AD" clId="Web-{1867E2AA-F17C-1547-42AB-E8D7B2490E2E}" dt="2025-09-29T16:50:42.631" v="106" actId="14100"/>
          <ac:spMkLst>
            <pc:docMk/>
            <pc:sldMk cId="109857222" sldId="256"/>
            <ac:spMk id="2" creationId="{00000000-0000-0000-0000-000000000000}"/>
          </ac:spMkLst>
        </pc:spChg>
        <pc:spChg chg="mod ord">
          <ac:chgData name="Satishkumar, Sri" userId="S::satishks@email.sc.edu::f6ebb023-83d4-4638-b40e-b1943aedbc85" providerId="AD" clId="Web-{1867E2AA-F17C-1547-42AB-E8D7B2490E2E}" dt="2025-09-29T16:45:02.400" v="51"/>
          <ac:spMkLst>
            <pc:docMk/>
            <pc:sldMk cId="109857222" sldId="256"/>
            <ac:spMk id="3" creationId="{00000000-0000-0000-0000-000000000000}"/>
          </ac:spMkLst>
        </pc:spChg>
      </pc:sldChg>
      <pc:sldChg chg="addSp delSp modSp new mod ord modClrScheme chgLayout modNotes">
        <pc:chgData name="Satishkumar, Sri" userId="S::satishks@email.sc.edu::f6ebb023-83d4-4638-b40e-b1943aedbc85" providerId="AD" clId="Web-{1867E2AA-F17C-1547-42AB-E8D7B2490E2E}" dt="2025-09-29T18:58:45.177" v="253"/>
        <pc:sldMkLst>
          <pc:docMk/>
          <pc:sldMk cId="2687780207" sldId="257"/>
        </pc:sldMkLst>
        <pc:spChg chg="mod ord">
          <ac:chgData name="Satishkumar, Sri" userId="S::satishks@email.sc.edu::f6ebb023-83d4-4638-b40e-b1943aedbc85" providerId="AD" clId="Web-{1867E2AA-F17C-1547-42AB-E8D7B2490E2E}" dt="2025-09-29T16:45:02.400" v="51"/>
          <ac:spMkLst>
            <pc:docMk/>
            <pc:sldMk cId="2687780207" sldId="257"/>
            <ac:spMk id="2" creationId="{D2EBA8E9-B8BC-57B9-EFC4-195889C99D17}"/>
          </ac:spMkLst>
        </pc:spChg>
        <pc:spChg chg="mod ord">
          <ac:chgData name="Satishkumar, Sri" userId="S::satishks@email.sc.edu::f6ebb023-83d4-4638-b40e-b1943aedbc85" providerId="AD" clId="Web-{1867E2AA-F17C-1547-42AB-E8D7B2490E2E}" dt="2025-09-29T16:56:43.170" v="185" actId="20577"/>
          <ac:spMkLst>
            <pc:docMk/>
            <pc:sldMk cId="2687780207" sldId="257"/>
            <ac:spMk id="3" creationId="{E5C4B282-2C98-897B-F1BD-F84CABB8C40A}"/>
          </ac:spMkLst>
        </pc:spChg>
      </pc:sldChg>
      <pc:sldChg chg="modSp new mod modClrScheme chgLayout">
        <pc:chgData name="Satishkumar, Sri" userId="S::satishks@email.sc.edu::f6ebb023-83d4-4638-b40e-b1943aedbc85" providerId="AD" clId="Web-{1867E2AA-F17C-1547-42AB-E8D7B2490E2E}" dt="2025-09-29T19:22:40.050" v="270" actId="20577"/>
        <pc:sldMkLst>
          <pc:docMk/>
          <pc:sldMk cId="199496492" sldId="259"/>
        </pc:sldMkLst>
        <pc:spChg chg="mod ord">
          <ac:chgData name="Satishkumar, Sri" userId="S::satishks@email.sc.edu::f6ebb023-83d4-4638-b40e-b1943aedbc85" providerId="AD" clId="Web-{1867E2AA-F17C-1547-42AB-E8D7B2490E2E}" dt="2025-09-29T16:45:02.400" v="51"/>
          <ac:spMkLst>
            <pc:docMk/>
            <pc:sldMk cId="199496492" sldId="259"/>
            <ac:spMk id="2" creationId="{DE494793-056D-845F-B928-1C68D521B319}"/>
          </ac:spMkLst>
        </pc:spChg>
      </pc:sldChg>
      <pc:sldChg chg="delSp modSp add ord replId">
        <pc:chgData name="Satishkumar, Sri" userId="S::satishks@email.sc.edu::f6ebb023-83d4-4638-b40e-b1943aedbc85" providerId="AD" clId="Web-{1867E2AA-F17C-1547-42AB-E8D7B2490E2E}" dt="2025-09-29T16:50:04.504" v="102" actId="1076"/>
        <pc:sldMkLst>
          <pc:docMk/>
          <pc:sldMk cId="232101314" sldId="260"/>
        </pc:sldMkLst>
        <pc:spChg chg="mod">
          <ac:chgData name="Satishkumar, Sri" userId="S::satishks@email.sc.edu::f6ebb023-83d4-4638-b40e-b1943aedbc85" providerId="AD" clId="Web-{1867E2AA-F17C-1547-42AB-E8D7B2490E2E}" dt="2025-09-29T16:50:04.504" v="102" actId="1076"/>
          <ac:spMkLst>
            <pc:docMk/>
            <pc:sldMk cId="232101314" sldId="260"/>
            <ac:spMk id="3" creationId="{5306B0C2-7A71-05EC-542E-CFCE9894A203}"/>
          </ac:spMkLst>
        </pc:spChg>
      </pc:sldChg>
      <pc:sldMasterChg chg="add addSldLayout modSldLayout">
        <pc:chgData name="Satishkumar, Sri" userId="S::satishks@email.sc.edu::f6ebb023-83d4-4638-b40e-b1943aedbc85" providerId="AD" clId="Web-{1867E2AA-F17C-1547-42AB-E8D7B2490E2E}" dt="2025-09-29T16:45:02.400" v="51"/>
        <pc:sldMasterMkLst>
          <pc:docMk/>
          <pc:sldMasterMk cId="3482247014" sldId="2147483858"/>
        </pc:sldMasterMkLst>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4128277670" sldId="2147483859"/>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3943709478" sldId="2147483860"/>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920053012" sldId="2147483861"/>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795746387" sldId="2147483862"/>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3074297163" sldId="2147483863"/>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427779143" sldId="2147483864"/>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556461490" sldId="2147483865"/>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430581664" sldId="2147483866"/>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1075387730" sldId="2147483867"/>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903861554" sldId="2147483868"/>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36256709" sldId="2147483869"/>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3556927495" sldId="2147483870"/>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752451383" sldId="2147483871"/>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579650940" sldId="2147483872"/>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278244362" sldId="2147483873"/>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2728802402" sldId="2147483874"/>
          </pc:sldLayoutMkLst>
        </pc:sldLayoutChg>
        <pc:sldLayoutChg chg="add mod replId">
          <pc:chgData name="Satishkumar, Sri" userId="S::satishks@email.sc.edu::f6ebb023-83d4-4638-b40e-b1943aedbc85" providerId="AD" clId="Web-{1867E2AA-F17C-1547-42AB-E8D7B2490E2E}" dt="2025-09-29T16:45:02.400" v="51"/>
          <pc:sldLayoutMkLst>
            <pc:docMk/>
            <pc:sldMasterMk cId="3482247014" sldId="2147483858"/>
            <pc:sldLayoutMk cId="3513618948" sldId="2147483875"/>
          </pc:sldLayoutMkLst>
        </pc:sldLayoutChg>
      </pc:sldMasterChg>
    </pc:docChg>
  </pc:docChgLst>
  <pc:docChgLst>
    <pc:chgData name="Anand, Aryan" userId="S::asanand@email.sc.edu::2e84b05c-4827-4967-a624-b1bb69da5352" providerId="AD" clId="Web-{0F70B9D0-2500-50FB-6B53-D08CB592F77F}"/>
    <pc:docChg chg="modSld">
      <pc:chgData name="Anand, Aryan" userId="S::asanand@email.sc.edu::2e84b05c-4827-4967-a624-b1bb69da5352" providerId="AD" clId="Web-{0F70B9D0-2500-50FB-6B53-D08CB592F77F}" dt="2025-09-29T19:59:49.690" v="5" actId="20577"/>
      <pc:docMkLst>
        <pc:docMk/>
      </pc:docMkLst>
      <pc:sldChg chg="modSp">
        <pc:chgData name="Anand, Aryan" userId="S::asanand@email.sc.edu::2e84b05c-4827-4967-a624-b1bb69da5352" providerId="AD" clId="Web-{0F70B9D0-2500-50FB-6B53-D08CB592F77F}" dt="2025-09-29T19:59:49.690" v="5" actId="20577"/>
        <pc:sldMkLst>
          <pc:docMk/>
          <pc:sldMk cId="109857222" sldId="256"/>
        </pc:sldMkLst>
        <pc:spChg chg="mod">
          <ac:chgData name="Anand, Aryan" userId="S::asanand@email.sc.edu::2e84b05c-4827-4967-a624-b1bb69da5352" providerId="AD" clId="Web-{0F70B9D0-2500-50FB-6B53-D08CB592F77F}" dt="2025-09-29T19:59:49.690" v="5" actId="20577"/>
          <ac:spMkLst>
            <pc:docMk/>
            <pc:sldMk cId="109857222" sldId="256"/>
            <ac:spMk id="3" creationId="{00000000-0000-0000-0000-000000000000}"/>
          </ac:spMkLst>
        </pc:spChg>
      </pc:sldChg>
    </pc:docChg>
  </pc:docChgLst>
  <pc:docChgLst>
    <pc:chgData name="Satishkumar, Sri" userId="S::satishks@email.sc.edu::f6ebb023-83d4-4638-b40e-b1943aedbc85" providerId="AD" clId="Web-{19EDED64-747F-9131-8B6B-79A5CF1AA20B}"/>
    <pc:docChg chg="addSld delSld modSld sldOrd">
      <pc:chgData name="Satishkumar, Sri" userId="S::satishks@email.sc.edu::f6ebb023-83d4-4638-b40e-b1943aedbc85" providerId="AD" clId="Web-{19EDED64-747F-9131-8B6B-79A5CF1AA20B}" dt="2025-09-30T13:00:26.647" v="66" actId="1076"/>
      <pc:docMkLst>
        <pc:docMk/>
      </pc:docMkLst>
      <pc:sldChg chg="ord">
        <pc:chgData name="Satishkumar, Sri" userId="S::satishks@email.sc.edu::f6ebb023-83d4-4638-b40e-b1943aedbc85" providerId="AD" clId="Web-{19EDED64-747F-9131-8B6B-79A5CF1AA20B}" dt="2025-09-30T12:51:38.384" v="12"/>
        <pc:sldMkLst>
          <pc:docMk/>
          <pc:sldMk cId="3049325238" sldId="263"/>
        </pc:sldMkLst>
      </pc:sldChg>
      <pc:sldChg chg="modSp modNotes">
        <pc:chgData name="Satishkumar, Sri" userId="S::satishks@email.sc.edu::f6ebb023-83d4-4638-b40e-b1943aedbc85" providerId="AD" clId="Web-{19EDED64-747F-9131-8B6B-79A5CF1AA20B}" dt="2025-09-30T12:56:43.744" v="26"/>
        <pc:sldMkLst>
          <pc:docMk/>
          <pc:sldMk cId="387454055" sldId="264"/>
        </pc:sldMkLst>
        <pc:picChg chg="mod">
          <ac:chgData name="Satishkumar, Sri" userId="S::satishks@email.sc.edu::f6ebb023-83d4-4638-b40e-b1943aedbc85" providerId="AD" clId="Web-{19EDED64-747F-9131-8B6B-79A5CF1AA20B}" dt="2025-09-30T12:49:19.945" v="7" actId="1076"/>
          <ac:picMkLst>
            <pc:docMk/>
            <pc:sldMk cId="387454055" sldId="264"/>
            <ac:picMk id="6" creationId="{A12FA305-E2BF-4086-933C-CC6CF671B27F}"/>
          </ac:picMkLst>
        </pc:picChg>
      </pc:sldChg>
      <pc:sldChg chg="addSp delSp modSp modNotes">
        <pc:chgData name="Satishkumar, Sri" userId="S::satishks@email.sc.edu::f6ebb023-83d4-4638-b40e-b1943aedbc85" providerId="AD" clId="Web-{19EDED64-747F-9131-8B6B-79A5CF1AA20B}" dt="2025-09-30T12:57:02.759" v="28"/>
        <pc:sldMkLst>
          <pc:docMk/>
          <pc:sldMk cId="3916380711" sldId="266"/>
        </pc:sldMkLst>
        <pc:picChg chg="add mod">
          <ac:chgData name="Satishkumar, Sri" userId="S::satishks@email.sc.edu::f6ebb023-83d4-4638-b40e-b1943aedbc85" providerId="AD" clId="Web-{19EDED64-747F-9131-8B6B-79A5CF1AA20B}" dt="2025-09-30T12:49:16.883" v="6" actId="1076"/>
          <ac:picMkLst>
            <pc:docMk/>
            <pc:sldMk cId="3916380711" sldId="266"/>
            <ac:picMk id="2" creationId="{0838FB52-9CC3-4545-DFEA-498526381A88}"/>
          </ac:picMkLst>
        </pc:picChg>
      </pc:sldChg>
      <pc:sldChg chg="addSp delSp modSp ord modNotes">
        <pc:chgData name="Satishkumar, Sri" userId="S::satishks@email.sc.edu::f6ebb023-83d4-4638-b40e-b1943aedbc85" providerId="AD" clId="Web-{19EDED64-747F-9131-8B6B-79A5CF1AA20B}" dt="2025-09-30T13:00:26.647" v="66" actId="1076"/>
        <pc:sldMkLst>
          <pc:docMk/>
          <pc:sldMk cId="3550294267" sldId="268"/>
        </pc:sldMkLst>
        <pc:spChg chg="add mod">
          <ac:chgData name="Satishkumar, Sri" userId="S::satishks@email.sc.edu::f6ebb023-83d4-4638-b40e-b1943aedbc85" providerId="AD" clId="Web-{19EDED64-747F-9131-8B6B-79A5CF1AA20B}" dt="2025-09-30T13:00:26.647" v="66" actId="1076"/>
          <ac:spMkLst>
            <pc:docMk/>
            <pc:sldMk cId="3550294267" sldId="268"/>
            <ac:spMk id="4" creationId="{50C0C467-FE90-16C5-0462-3190F3BF8C66}"/>
          </ac:spMkLst>
        </pc:spChg>
        <pc:picChg chg="add mod">
          <ac:chgData name="Satishkumar, Sri" userId="S::satishks@email.sc.edu::f6ebb023-83d4-4638-b40e-b1943aedbc85" providerId="AD" clId="Web-{19EDED64-747F-9131-8B6B-79A5CF1AA20B}" dt="2025-09-30T12:58:02.822" v="30" actId="1076"/>
          <ac:picMkLst>
            <pc:docMk/>
            <pc:sldMk cId="3550294267" sldId="268"/>
            <ac:picMk id="2" creationId="{0A0983B4-6005-8D2C-A46F-C926210163AA}"/>
          </ac:picMkLst>
        </pc:picChg>
        <pc:picChg chg="add mod">
          <ac:chgData name="Satishkumar, Sri" userId="S::satishks@email.sc.edu::f6ebb023-83d4-4638-b40e-b1943aedbc85" providerId="AD" clId="Web-{19EDED64-747F-9131-8B6B-79A5CF1AA20B}" dt="2025-09-30T12:58:06.056" v="31" actId="1076"/>
          <ac:picMkLst>
            <pc:docMk/>
            <pc:sldMk cId="3550294267" sldId="268"/>
            <ac:picMk id="3" creationId="{6B9FC401-BDBE-32ED-4B76-65891B8FA9A9}"/>
          </ac:picMkLst>
        </pc:picChg>
      </pc:sldChg>
    </pc:docChg>
  </pc:docChgLst>
  <pc:docChgLst>
    <pc:chgData name="Satishkumar, Sri" userId="S::satishks@email.sc.edu::f6ebb023-83d4-4638-b40e-b1943aedbc85" providerId="AD" clId="Web-{E702B7D4-9C34-8254-A1D6-793B580FF37C}"/>
    <pc:docChg chg="addSld modSld sldOrd">
      <pc:chgData name="Satishkumar, Sri" userId="S::satishks@email.sc.edu::f6ebb023-83d4-4638-b40e-b1943aedbc85" providerId="AD" clId="Web-{E702B7D4-9C34-8254-A1D6-793B580FF37C}" dt="2025-10-02T03:33:28.868" v="87"/>
      <pc:docMkLst>
        <pc:docMk/>
      </pc:docMkLst>
      <pc:sldChg chg="modSp">
        <pc:chgData name="Satishkumar, Sri" userId="S::satishks@email.sc.edu::f6ebb023-83d4-4638-b40e-b1943aedbc85" providerId="AD" clId="Web-{E702B7D4-9C34-8254-A1D6-793B580FF37C}" dt="2025-10-02T01:17:09.041" v="40" actId="20577"/>
        <pc:sldMkLst>
          <pc:docMk/>
          <pc:sldMk cId="199496492" sldId="259"/>
        </pc:sldMkLst>
        <pc:spChg chg="mod">
          <ac:chgData name="Satishkumar, Sri" userId="S::satishks@email.sc.edu::f6ebb023-83d4-4638-b40e-b1943aedbc85" providerId="AD" clId="Web-{E702B7D4-9C34-8254-A1D6-793B580FF37C}" dt="2025-10-02T01:17:09.041" v="40" actId="20577"/>
          <ac:spMkLst>
            <pc:docMk/>
            <pc:sldMk cId="199496492" sldId="259"/>
            <ac:spMk id="12" creationId="{6B561EAD-6531-220E-3A31-7C9D3B07C251}"/>
          </ac:spMkLst>
        </pc:spChg>
        <pc:graphicFrameChg chg="mod modGraphic">
          <ac:chgData name="Satishkumar, Sri" userId="S::satishks@email.sc.edu::f6ebb023-83d4-4638-b40e-b1943aedbc85" providerId="AD" clId="Web-{E702B7D4-9C34-8254-A1D6-793B580FF37C}" dt="2025-10-02T01:16:35.525" v="37"/>
          <ac:graphicFrameMkLst>
            <pc:docMk/>
            <pc:sldMk cId="199496492" sldId="259"/>
            <ac:graphicFrameMk id="10" creationId="{D6EFD701-548B-FFBB-BD31-D56EECDC98BF}"/>
          </ac:graphicFrameMkLst>
        </pc:graphicFrameChg>
      </pc:sldChg>
      <pc:sldChg chg="addSp delSp modSp add mod replId setBg setClrOvrMap modNotes">
        <pc:chgData name="Satishkumar, Sri" userId="S::satishks@email.sc.edu::f6ebb023-83d4-4638-b40e-b1943aedbc85" providerId="AD" clId="Web-{E702B7D4-9C34-8254-A1D6-793B580FF37C}" dt="2025-10-02T01:35:58.692" v="42"/>
        <pc:sldMkLst>
          <pc:docMk/>
          <pc:sldMk cId="23980950" sldId="269"/>
        </pc:sldMkLst>
        <pc:spChg chg="add">
          <ac:chgData name="Satishkumar, Sri" userId="S::satishks@email.sc.edu::f6ebb023-83d4-4638-b40e-b1943aedbc85" providerId="AD" clId="Web-{E702B7D4-9C34-8254-A1D6-793B580FF37C}" dt="2025-10-02T01:06:40.015" v="5"/>
          <ac:spMkLst>
            <pc:docMk/>
            <pc:sldMk cId="23980950" sldId="269"/>
            <ac:spMk id="28" creationId="{388DD50E-1D2D-48C6-A470-79FB7F337F8A}"/>
          </ac:spMkLst>
        </pc:spChg>
        <pc:spChg chg="add">
          <ac:chgData name="Satishkumar, Sri" userId="S::satishks@email.sc.edu::f6ebb023-83d4-4638-b40e-b1943aedbc85" providerId="AD" clId="Web-{E702B7D4-9C34-8254-A1D6-793B580FF37C}" dt="2025-10-02T01:06:40.015" v="5"/>
          <ac:spMkLst>
            <pc:docMk/>
            <pc:sldMk cId="23980950" sldId="269"/>
            <ac:spMk id="30" creationId="{4F78DAAE-B0C3-49A3-8AB1-AD2FF0E3686F}"/>
          </ac:spMkLst>
        </pc:spChg>
        <pc:spChg chg="add">
          <ac:chgData name="Satishkumar, Sri" userId="S::satishks@email.sc.edu::f6ebb023-83d4-4638-b40e-b1943aedbc85" providerId="AD" clId="Web-{E702B7D4-9C34-8254-A1D6-793B580FF37C}" dt="2025-10-02T01:06:40.015" v="5"/>
          <ac:spMkLst>
            <pc:docMk/>
            <pc:sldMk cId="23980950" sldId="269"/>
            <ac:spMk id="32" creationId="{F6A8A81D-3338-4B0F-A26F-A3D259D27681}"/>
          </ac:spMkLst>
        </pc:spChg>
        <pc:spChg chg="add">
          <ac:chgData name="Satishkumar, Sri" userId="S::satishks@email.sc.edu::f6ebb023-83d4-4638-b40e-b1943aedbc85" providerId="AD" clId="Web-{E702B7D4-9C34-8254-A1D6-793B580FF37C}" dt="2025-10-02T01:06:40.015" v="5"/>
          <ac:spMkLst>
            <pc:docMk/>
            <pc:sldMk cId="23980950" sldId="269"/>
            <ac:spMk id="34" creationId="{40155665-7CE2-4939-AE5E-020DC1D20753}"/>
          </ac:spMkLst>
        </pc:spChg>
        <pc:grpChg chg="del">
          <ac:chgData name="Satishkumar, Sri" userId="S::satishks@email.sc.edu::f6ebb023-83d4-4638-b40e-b1943aedbc85" providerId="AD" clId="Web-{E702B7D4-9C34-8254-A1D6-793B580FF37C}" dt="2025-10-02T01:06:40.015" v="5"/>
          <ac:grpSpMkLst>
            <pc:docMk/>
            <pc:sldMk cId="23980950" sldId="269"/>
            <ac:grpSpMk id="19" creationId="{2B84238E-44E2-38F7-4BB4-9F71D3CC0020}"/>
          </ac:grpSpMkLst>
        </pc:grpChg>
        <pc:picChg chg="del">
          <ac:chgData name="Satishkumar, Sri" userId="S::satishks@email.sc.edu::f6ebb023-83d4-4638-b40e-b1943aedbc85" providerId="AD" clId="Web-{E702B7D4-9C34-8254-A1D6-793B580FF37C}" dt="2025-10-02T01:05:06.186" v="1"/>
          <ac:picMkLst>
            <pc:docMk/>
            <pc:sldMk cId="23980950" sldId="269"/>
            <ac:picMk id="2" creationId="{7F82ECBA-6C57-D748-470A-71C3378A4D3D}"/>
          </ac:picMkLst>
        </pc:picChg>
        <pc:picChg chg="add del mod">
          <ac:chgData name="Satishkumar, Sri" userId="S::satishks@email.sc.edu::f6ebb023-83d4-4638-b40e-b1943aedbc85" providerId="AD" clId="Web-{E702B7D4-9C34-8254-A1D6-793B580FF37C}" dt="2025-10-02T01:05:11.249" v="3"/>
          <ac:picMkLst>
            <pc:docMk/>
            <pc:sldMk cId="23980950" sldId="269"/>
            <ac:picMk id="3" creationId="{F254E727-5F3C-438C-5076-94B616CD7BE2}"/>
          </ac:picMkLst>
        </pc:picChg>
        <pc:picChg chg="add mod">
          <ac:chgData name="Satishkumar, Sri" userId="S::satishks@email.sc.edu::f6ebb023-83d4-4638-b40e-b1943aedbc85" providerId="AD" clId="Web-{E702B7D4-9C34-8254-A1D6-793B580FF37C}" dt="2025-10-02T01:06:40.015" v="5"/>
          <ac:picMkLst>
            <pc:docMk/>
            <pc:sldMk cId="23980950" sldId="269"/>
            <ac:picMk id="4" creationId="{03927B42-381C-D72B-B299-40588D8681A7}"/>
          </ac:picMkLst>
        </pc:picChg>
        <pc:cxnChg chg="del">
          <ac:chgData name="Satishkumar, Sri" userId="S::satishks@email.sc.edu::f6ebb023-83d4-4638-b40e-b1943aedbc85" providerId="AD" clId="Web-{E702B7D4-9C34-8254-A1D6-793B580FF37C}" dt="2025-10-02T01:06:40.015" v="5"/>
          <ac:cxnSpMkLst>
            <pc:docMk/>
            <pc:sldMk cId="23980950" sldId="269"/>
            <ac:cxnSpMk id="23" creationId="{410890FC-2D07-4884-AD6A-CB44A65C75BD}"/>
          </ac:cxnSpMkLst>
        </pc:cxnChg>
      </pc:sldChg>
      <pc:sldChg chg="addSp delSp modSp add ord replId modNotes">
        <pc:chgData name="Satishkumar, Sri" userId="S::satishks@email.sc.edu::f6ebb023-83d4-4638-b40e-b1943aedbc85" providerId="AD" clId="Web-{E702B7D4-9C34-8254-A1D6-793B580FF37C}" dt="2025-10-02T01:35:52.051" v="41"/>
        <pc:sldMkLst>
          <pc:docMk/>
          <pc:sldMk cId="806880625" sldId="270"/>
        </pc:sldMkLst>
        <pc:spChg chg="del">
          <ac:chgData name="Satishkumar, Sri" userId="S::satishks@email.sc.edu::f6ebb023-83d4-4638-b40e-b1943aedbc85" providerId="AD" clId="Web-{E702B7D4-9C34-8254-A1D6-793B580FF37C}" dt="2025-10-02T01:08:30.531" v="15"/>
          <ac:spMkLst>
            <pc:docMk/>
            <pc:sldMk cId="806880625" sldId="270"/>
            <ac:spMk id="28" creationId="{4EEBD4BF-EECC-BFCA-D5FA-E76DECBEA55C}"/>
          </ac:spMkLst>
        </pc:spChg>
        <pc:spChg chg="del">
          <ac:chgData name="Satishkumar, Sri" userId="S::satishks@email.sc.edu::f6ebb023-83d4-4638-b40e-b1943aedbc85" providerId="AD" clId="Web-{E702B7D4-9C34-8254-A1D6-793B580FF37C}" dt="2025-10-02T01:08:30.531" v="15"/>
          <ac:spMkLst>
            <pc:docMk/>
            <pc:sldMk cId="806880625" sldId="270"/>
            <ac:spMk id="30" creationId="{77A601B5-F9DF-E3AE-7575-6E2286DB8EBD}"/>
          </ac:spMkLst>
        </pc:spChg>
        <pc:spChg chg="del">
          <ac:chgData name="Satishkumar, Sri" userId="S::satishks@email.sc.edu::f6ebb023-83d4-4638-b40e-b1943aedbc85" providerId="AD" clId="Web-{E702B7D4-9C34-8254-A1D6-793B580FF37C}" dt="2025-10-02T01:08:30.531" v="15"/>
          <ac:spMkLst>
            <pc:docMk/>
            <pc:sldMk cId="806880625" sldId="270"/>
            <ac:spMk id="32" creationId="{8D11946E-D7AD-2770-C0F3-5763BAC89DE7}"/>
          </ac:spMkLst>
        </pc:spChg>
        <pc:spChg chg="del">
          <ac:chgData name="Satishkumar, Sri" userId="S::satishks@email.sc.edu::f6ebb023-83d4-4638-b40e-b1943aedbc85" providerId="AD" clId="Web-{E702B7D4-9C34-8254-A1D6-793B580FF37C}" dt="2025-10-02T01:08:30.531" v="15"/>
          <ac:spMkLst>
            <pc:docMk/>
            <pc:sldMk cId="806880625" sldId="270"/>
            <ac:spMk id="34" creationId="{45C4FF29-D7E6-8100-3049-D7C828A16D82}"/>
          </ac:spMkLst>
        </pc:spChg>
        <pc:spChg chg="add">
          <ac:chgData name="Satishkumar, Sri" userId="S::satishks@email.sc.edu::f6ebb023-83d4-4638-b40e-b1943aedbc85" providerId="AD" clId="Web-{E702B7D4-9C34-8254-A1D6-793B580FF37C}" dt="2025-10-02T01:08:30.531" v="15"/>
          <ac:spMkLst>
            <pc:docMk/>
            <pc:sldMk cId="806880625" sldId="270"/>
            <ac:spMk id="39" creationId="{789FE3FA-A44C-4C6B-9291-3D7327AF848C}"/>
          </ac:spMkLst>
        </pc:spChg>
        <pc:spChg chg="add">
          <ac:chgData name="Satishkumar, Sri" userId="S::satishks@email.sc.edu::f6ebb023-83d4-4638-b40e-b1943aedbc85" providerId="AD" clId="Web-{E702B7D4-9C34-8254-A1D6-793B580FF37C}" dt="2025-10-02T01:08:30.531" v="15"/>
          <ac:spMkLst>
            <pc:docMk/>
            <pc:sldMk cId="806880625" sldId="270"/>
            <ac:spMk id="41" creationId="{46D75838-7FA2-4AAF-9C77-E34C3B4AD969}"/>
          </ac:spMkLst>
        </pc:spChg>
        <pc:spChg chg="add">
          <ac:chgData name="Satishkumar, Sri" userId="S::satishks@email.sc.edu::f6ebb023-83d4-4638-b40e-b1943aedbc85" providerId="AD" clId="Web-{E702B7D4-9C34-8254-A1D6-793B580FF37C}" dt="2025-10-02T01:08:30.531" v="15"/>
          <ac:spMkLst>
            <pc:docMk/>
            <pc:sldMk cId="806880625" sldId="270"/>
            <ac:spMk id="43" creationId="{206B0C47-1CFB-42F6-B66C-063C5B601FE4}"/>
          </ac:spMkLst>
        </pc:spChg>
        <pc:spChg chg="add">
          <ac:chgData name="Satishkumar, Sri" userId="S::satishks@email.sc.edu::f6ebb023-83d4-4638-b40e-b1943aedbc85" providerId="AD" clId="Web-{E702B7D4-9C34-8254-A1D6-793B580FF37C}" dt="2025-10-02T01:08:30.531" v="15"/>
          <ac:spMkLst>
            <pc:docMk/>
            <pc:sldMk cId="806880625" sldId="270"/>
            <ac:spMk id="45" creationId="{7F85B938-6BC7-4B98-9953-B70B364657BA}"/>
          </ac:spMkLst>
        </pc:spChg>
        <pc:picChg chg="add mod">
          <ac:chgData name="Satishkumar, Sri" userId="S::satishks@email.sc.edu::f6ebb023-83d4-4638-b40e-b1943aedbc85" providerId="AD" clId="Web-{E702B7D4-9C34-8254-A1D6-793B580FF37C}" dt="2025-10-02T01:08:30.531" v="15"/>
          <ac:picMkLst>
            <pc:docMk/>
            <pc:sldMk cId="806880625" sldId="270"/>
            <ac:picMk id="2" creationId="{93221896-AE4C-65C5-D226-39FF896179D5}"/>
          </ac:picMkLst>
        </pc:picChg>
        <pc:picChg chg="add mod">
          <ac:chgData name="Satishkumar, Sri" userId="S::satishks@email.sc.edu::f6ebb023-83d4-4638-b40e-b1943aedbc85" providerId="AD" clId="Web-{E702B7D4-9C34-8254-A1D6-793B580FF37C}" dt="2025-10-02T01:08:30.531" v="15"/>
          <ac:picMkLst>
            <pc:docMk/>
            <pc:sldMk cId="806880625" sldId="270"/>
            <ac:picMk id="3" creationId="{3633AF8A-927A-B2C7-0926-6B5FD66675C7}"/>
          </ac:picMkLst>
        </pc:picChg>
        <pc:picChg chg="del">
          <ac:chgData name="Satishkumar, Sri" userId="S::satishks@email.sc.edu::f6ebb023-83d4-4638-b40e-b1943aedbc85" providerId="AD" clId="Web-{E702B7D4-9C34-8254-A1D6-793B580FF37C}" dt="2025-10-02T01:07:02.858" v="7"/>
          <ac:picMkLst>
            <pc:docMk/>
            <pc:sldMk cId="806880625" sldId="270"/>
            <ac:picMk id="4" creationId="{3764CD43-C735-291E-79B9-F9A7BE89D502}"/>
          </ac:picMkLst>
        </pc:picChg>
      </pc:sldChg>
      <pc:sldChg chg="addSp modSp add ord replId modNotes">
        <pc:chgData name="Satishkumar, Sri" userId="S::satishks@email.sc.edu::f6ebb023-83d4-4638-b40e-b1943aedbc85" providerId="AD" clId="Web-{E702B7D4-9C34-8254-A1D6-793B580FF37C}" dt="2025-10-02T03:33:28.868" v="87"/>
        <pc:sldMkLst>
          <pc:docMk/>
          <pc:sldMk cId="2502247577" sldId="271"/>
        </pc:sldMkLst>
        <pc:spChg chg="mod">
          <ac:chgData name="Satishkumar, Sri" userId="S::satishks@email.sc.edu::f6ebb023-83d4-4638-b40e-b1943aedbc85" providerId="AD" clId="Web-{E702B7D4-9C34-8254-A1D6-793B580FF37C}" dt="2025-10-02T03:21:56.312" v="59" actId="20577"/>
          <ac:spMkLst>
            <pc:docMk/>
            <pc:sldMk cId="2502247577" sldId="271"/>
            <ac:spMk id="2" creationId="{A9C074C0-48F0-5070-8168-206845E65CC2}"/>
          </ac:spMkLst>
        </pc:spChg>
        <pc:spChg chg="mod">
          <ac:chgData name="Satishkumar, Sri" userId="S::satishks@email.sc.edu::f6ebb023-83d4-4638-b40e-b1943aedbc85" providerId="AD" clId="Web-{E702B7D4-9C34-8254-A1D6-793B580FF37C}" dt="2025-10-02T02:24:17.008" v="53" actId="20577"/>
          <ac:spMkLst>
            <pc:docMk/>
            <pc:sldMk cId="2502247577" sldId="271"/>
            <ac:spMk id="3" creationId="{D897C7A4-911E-12C3-77DB-E5FC91F63121}"/>
          </ac:spMkLst>
        </pc:spChg>
        <pc:spChg chg="add mod">
          <ac:chgData name="Satishkumar, Sri" userId="S::satishks@email.sc.edu::f6ebb023-83d4-4638-b40e-b1943aedbc85" providerId="AD" clId="Web-{E702B7D4-9C34-8254-A1D6-793B580FF37C}" dt="2025-10-02T03:32:26.712" v="83" actId="20577"/>
          <ac:spMkLst>
            <pc:docMk/>
            <pc:sldMk cId="2502247577" sldId="271"/>
            <ac:spMk id="4" creationId="{E91D94FF-8AFE-D201-914C-1FF8D28A2DE5}"/>
          </ac:spMkLst>
        </pc:spChg>
      </pc:sldChg>
    </pc:docChg>
  </pc:docChgLst>
  <pc:docChgLst>
    <pc:chgData name="Satishkumar, Sri" userId="S::satishks@email.sc.edu::f6ebb023-83d4-4638-b40e-b1943aedbc85" providerId="AD" clId="Web-{2D130867-5083-825A-1F7A-DC506DFFB9A8}"/>
    <pc:docChg chg="addSld delSld modSld">
      <pc:chgData name="Satishkumar, Sri" userId="S::satishks@email.sc.edu::f6ebb023-83d4-4638-b40e-b1943aedbc85" providerId="AD" clId="Web-{2D130867-5083-825A-1F7A-DC506DFFB9A8}" dt="2025-09-30T12:48:21.310" v="257"/>
      <pc:docMkLst>
        <pc:docMk/>
      </pc:docMkLst>
      <pc:sldChg chg="addSp delSp modSp modNotes">
        <pc:chgData name="Satishkumar, Sri" userId="S::satishks@email.sc.edu::f6ebb023-83d4-4638-b40e-b1943aedbc85" providerId="AD" clId="Web-{2D130867-5083-825A-1F7A-DC506DFFB9A8}" dt="2025-09-30T12:44:23.977" v="225" actId="1076"/>
        <pc:sldMkLst>
          <pc:docMk/>
          <pc:sldMk cId="199496492" sldId="259"/>
        </pc:sldMkLst>
        <pc:spChg chg="mod">
          <ac:chgData name="Satishkumar, Sri" userId="S::satishks@email.sc.edu::f6ebb023-83d4-4638-b40e-b1943aedbc85" providerId="AD" clId="Web-{2D130867-5083-825A-1F7A-DC506DFFB9A8}" dt="2025-09-30T12:25:25.884" v="44" actId="20577"/>
          <ac:spMkLst>
            <pc:docMk/>
            <pc:sldMk cId="199496492" sldId="259"/>
            <ac:spMk id="2" creationId="{DE494793-056D-845F-B928-1C68D521B319}"/>
          </ac:spMkLst>
        </pc:spChg>
        <pc:spChg chg="add mod">
          <ac:chgData name="Satishkumar, Sri" userId="S::satishks@email.sc.edu::f6ebb023-83d4-4638-b40e-b1943aedbc85" providerId="AD" clId="Web-{2D130867-5083-825A-1F7A-DC506DFFB9A8}" dt="2025-09-30T12:44:23.977" v="225" actId="1076"/>
          <ac:spMkLst>
            <pc:docMk/>
            <pc:sldMk cId="199496492" sldId="259"/>
            <ac:spMk id="12" creationId="{6B561EAD-6531-220E-3A31-7C9D3B07C251}"/>
          </ac:spMkLst>
        </pc:spChg>
        <pc:graphicFrameChg chg="add mod modGraphic">
          <ac:chgData name="Satishkumar, Sri" userId="S::satishks@email.sc.edu::f6ebb023-83d4-4638-b40e-b1943aedbc85" providerId="AD" clId="Web-{2D130867-5083-825A-1F7A-DC506DFFB9A8}" dt="2025-09-30T12:42:14.162" v="171"/>
          <ac:graphicFrameMkLst>
            <pc:docMk/>
            <pc:sldMk cId="199496492" sldId="259"/>
            <ac:graphicFrameMk id="10" creationId="{D6EFD701-548B-FFBB-BD31-D56EECDC98BF}"/>
          </ac:graphicFrameMkLst>
        </pc:graphicFrameChg>
      </pc:sldChg>
      <pc:sldChg chg="modSp new">
        <pc:chgData name="Satishkumar, Sri" userId="S::satishks@email.sc.edu::f6ebb023-83d4-4638-b40e-b1943aedbc85" providerId="AD" clId="Web-{2D130867-5083-825A-1F7A-DC506DFFB9A8}" dt="2025-09-30T03:15:52.833" v="11" actId="20577"/>
        <pc:sldMkLst>
          <pc:docMk/>
          <pc:sldMk cId="3049325238" sldId="263"/>
        </pc:sldMkLst>
        <pc:spChg chg="mod">
          <ac:chgData name="Satishkumar, Sri" userId="S::satishks@email.sc.edu::f6ebb023-83d4-4638-b40e-b1943aedbc85" providerId="AD" clId="Web-{2D130867-5083-825A-1F7A-DC506DFFB9A8}" dt="2025-09-30T03:15:49.755" v="10" actId="20577"/>
          <ac:spMkLst>
            <pc:docMk/>
            <pc:sldMk cId="3049325238" sldId="263"/>
            <ac:spMk id="2" creationId="{EE453EC0-3158-3647-70F7-E18CB5DF38A5}"/>
          </ac:spMkLst>
        </pc:spChg>
        <pc:spChg chg="mod">
          <ac:chgData name="Satishkumar, Sri" userId="S::satishks@email.sc.edu::f6ebb023-83d4-4638-b40e-b1943aedbc85" providerId="AD" clId="Web-{2D130867-5083-825A-1F7A-DC506DFFB9A8}" dt="2025-09-30T03:15:52.833" v="11" actId="20577"/>
          <ac:spMkLst>
            <pc:docMk/>
            <pc:sldMk cId="3049325238" sldId="263"/>
            <ac:spMk id="3" creationId="{8FDA5B7E-EA13-50E2-B2D9-F7128F9E9FE1}"/>
          </ac:spMkLst>
        </pc:spChg>
      </pc:sldChg>
      <pc:sldChg chg="addSp delSp modSp new mod setBg modClrScheme setClrOvrMap chgLayout">
        <pc:chgData name="Satishkumar, Sri" userId="S::satishks@email.sc.edu::f6ebb023-83d4-4638-b40e-b1943aedbc85" providerId="AD" clId="Web-{2D130867-5083-825A-1F7A-DC506DFFB9A8}" dt="2025-09-30T12:47:30.622" v="255" actId="1076"/>
        <pc:sldMkLst>
          <pc:docMk/>
          <pc:sldMk cId="387454055" sldId="264"/>
        </pc:sldMkLst>
        <pc:grpChg chg="add">
          <ac:chgData name="Satishkumar, Sri" userId="S::satishks@email.sc.edu::f6ebb023-83d4-4638-b40e-b1943aedbc85" providerId="AD" clId="Web-{2D130867-5083-825A-1F7A-DC506DFFB9A8}" dt="2025-09-30T12:47:05.215" v="247"/>
          <ac:grpSpMkLst>
            <pc:docMk/>
            <pc:sldMk cId="387454055" sldId="264"/>
            <ac:grpSpMk id="19" creationId="{D4EC3799-3F52-48CE-85CC-83AED368EB42}"/>
          </ac:grpSpMkLst>
        </pc:grpChg>
        <pc:picChg chg="add mod">
          <ac:chgData name="Satishkumar, Sri" userId="S::satishks@email.sc.edu::f6ebb023-83d4-4638-b40e-b1943aedbc85" providerId="AD" clId="Web-{2D130867-5083-825A-1F7A-DC506DFFB9A8}" dt="2025-09-30T12:47:30.622" v="255" actId="1076"/>
          <ac:picMkLst>
            <pc:docMk/>
            <pc:sldMk cId="387454055" sldId="264"/>
            <ac:picMk id="6" creationId="{A12FA305-E2BF-4086-933C-CC6CF671B27F}"/>
          </ac:picMkLst>
        </pc:picChg>
        <pc:cxnChg chg="add">
          <ac:chgData name="Satishkumar, Sri" userId="S::satishks@email.sc.edu::f6ebb023-83d4-4638-b40e-b1943aedbc85" providerId="AD" clId="Web-{2D130867-5083-825A-1F7A-DC506DFFB9A8}" dt="2025-09-30T12:47:05.215" v="247"/>
          <ac:cxnSpMkLst>
            <pc:docMk/>
            <pc:sldMk cId="387454055" sldId="264"/>
            <ac:cxnSpMk id="23" creationId="{789E20C7-BB50-4317-93C7-90C8ED80B275}"/>
          </ac:cxnSpMkLst>
        </pc:cxnChg>
      </pc:sldChg>
      <pc:sldChg chg="add replId">
        <pc:chgData name="Satishkumar, Sri" userId="S::satishks@email.sc.edu::f6ebb023-83d4-4638-b40e-b1943aedbc85" providerId="AD" clId="Web-{2D130867-5083-825A-1F7A-DC506DFFB9A8}" dt="2025-09-30T12:48:19.685" v="256"/>
        <pc:sldMkLst>
          <pc:docMk/>
          <pc:sldMk cId="3916380711" sldId="266"/>
        </pc:sldMkLst>
      </pc:sldChg>
    </pc:docChg>
  </pc:docChgLst>
  <pc:docChgLst>
    <pc:chgData name="Anand, Aryan" userId="S::asanand@email.sc.edu::2e84b05c-4827-4967-a624-b1bb69da5352" providerId="AD" clId="Web-{65DD72C8-F71C-3CA6-9DAD-C2734FB84889}"/>
    <pc:docChg chg="modSld">
      <pc:chgData name="Anand, Aryan" userId="S::asanand@email.sc.edu::2e84b05c-4827-4967-a624-b1bb69da5352" providerId="AD" clId="Web-{65DD72C8-F71C-3CA6-9DAD-C2734FB84889}" dt="2025-09-30T19:09:08.349" v="3"/>
      <pc:docMkLst>
        <pc:docMk/>
      </pc:docMkLst>
      <pc:sldChg chg="addSp delSp modSp">
        <pc:chgData name="Anand, Aryan" userId="S::asanand@email.sc.edu::2e84b05c-4827-4967-a624-b1bb69da5352" providerId="AD" clId="Web-{65DD72C8-F71C-3CA6-9DAD-C2734FB84889}" dt="2025-09-30T19:09:08.349" v="3"/>
        <pc:sldMkLst>
          <pc:docMk/>
          <pc:sldMk cId="3049325238" sldId="263"/>
        </pc:sldMkLst>
        <pc:spChg chg="mod">
          <ac:chgData name="Anand, Aryan" userId="S::asanand@email.sc.edu::2e84b05c-4827-4967-a624-b1bb69da5352" providerId="AD" clId="Web-{65DD72C8-F71C-3CA6-9DAD-C2734FB84889}" dt="2025-09-30T19:08:55.536" v="1" actId="14100"/>
          <ac:spMkLst>
            <pc:docMk/>
            <pc:sldMk cId="3049325238" sldId="263"/>
            <ac:spMk id="3" creationId="{8FDA5B7E-EA13-50E2-B2D9-F7128F9E9FE1}"/>
          </ac:spMkLst>
        </pc:spChg>
      </pc:sldChg>
    </pc:docChg>
  </pc:docChgLst>
  <pc:docChgLst>
    <pc:chgData name="Bhupatiraju, Yatin" userId="S::bhupatir@email.sc.edu::930f8966-5b4b-4137-9536-5be5f059b159" providerId="AD" clId="Web-{BBA0A320-DB89-FBAD-6CE3-152F81D294E3}"/>
    <pc:docChg chg="modSld">
      <pc:chgData name="Bhupatiraju, Yatin" userId="S::bhupatir@email.sc.edu::930f8966-5b4b-4137-9536-5be5f059b159" providerId="AD" clId="Web-{BBA0A320-DB89-FBAD-6CE3-152F81D294E3}" dt="2025-10-02T04:11:27.619" v="77"/>
      <pc:docMkLst>
        <pc:docMk/>
      </pc:docMkLst>
      <pc:sldChg chg="modSp">
        <pc:chgData name="Bhupatiraju, Yatin" userId="S::bhupatir@email.sc.edu::930f8966-5b4b-4137-9536-5be5f059b159" providerId="AD" clId="Web-{BBA0A320-DB89-FBAD-6CE3-152F81D294E3}" dt="2025-10-02T03:51:39.862" v="35" actId="20577"/>
        <pc:sldMkLst>
          <pc:docMk/>
          <pc:sldMk cId="2687780207" sldId="257"/>
        </pc:sldMkLst>
        <pc:spChg chg="mod">
          <ac:chgData name="Bhupatiraju, Yatin" userId="S::bhupatir@email.sc.edu::930f8966-5b4b-4137-9536-5be5f059b159" providerId="AD" clId="Web-{BBA0A320-DB89-FBAD-6CE3-152F81D294E3}" dt="2025-10-02T03:51:39.862" v="35" actId="20577"/>
          <ac:spMkLst>
            <pc:docMk/>
            <pc:sldMk cId="2687780207" sldId="257"/>
            <ac:spMk id="3" creationId="{E5C4B282-2C98-897B-F1BD-F84CABB8C40A}"/>
          </ac:spMkLst>
        </pc:spChg>
      </pc:sldChg>
      <pc:sldChg chg="modNotes">
        <pc:chgData name="Bhupatiraju, Yatin" userId="S::bhupatir@email.sc.edu::930f8966-5b4b-4137-9536-5be5f059b159" providerId="AD" clId="Web-{BBA0A320-DB89-FBAD-6CE3-152F81D294E3}" dt="2025-10-02T04:11:27.619" v="77"/>
        <pc:sldMkLst>
          <pc:docMk/>
          <pc:sldMk cId="199496492" sldId="259"/>
        </pc:sldMkLst>
      </pc:sldChg>
      <pc:sldChg chg="addSp modSp">
        <pc:chgData name="Bhupatiraju, Yatin" userId="S::bhupatir@email.sc.edu::930f8966-5b4b-4137-9536-5be5f059b159" providerId="AD" clId="Web-{BBA0A320-DB89-FBAD-6CE3-152F81D294E3}" dt="2025-10-02T04:00:59.834" v="73" actId="1076"/>
        <pc:sldMkLst>
          <pc:docMk/>
          <pc:sldMk cId="3049325238" sldId="263"/>
        </pc:sldMkLst>
        <pc:spChg chg="mod">
          <ac:chgData name="Bhupatiraju, Yatin" userId="S::bhupatir@email.sc.edu::930f8966-5b4b-4137-9536-5be5f059b159" providerId="AD" clId="Web-{BBA0A320-DB89-FBAD-6CE3-152F81D294E3}" dt="2025-10-02T04:00:40.521" v="66" actId="1076"/>
          <ac:spMkLst>
            <pc:docMk/>
            <pc:sldMk cId="3049325238" sldId="263"/>
            <ac:spMk id="3" creationId="{8FDA5B7E-EA13-50E2-B2D9-F7128F9E9FE1}"/>
          </ac:spMkLst>
        </pc:spChg>
        <pc:spChg chg="add mod">
          <ac:chgData name="Bhupatiraju, Yatin" userId="S::bhupatir@email.sc.edu::930f8966-5b4b-4137-9536-5be5f059b159" providerId="AD" clId="Web-{BBA0A320-DB89-FBAD-6CE3-152F81D294E3}" dt="2025-10-02T04:00:59.834" v="73" actId="1076"/>
          <ac:spMkLst>
            <pc:docMk/>
            <pc:sldMk cId="3049325238" sldId="263"/>
            <ac:spMk id="5" creationId="{E50CBF6C-9DEF-BADE-28F7-959C33385E41}"/>
          </ac:spMkLst>
        </pc:spChg>
        <pc:spChg chg="mod">
          <ac:chgData name="Bhupatiraju, Yatin" userId="S::bhupatir@email.sc.edu::930f8966-5b4b-4137-9536-5be5f059b159" providerId="AD" clId="Web-{BBA0A320-DB89-FBAD-6CE3-152F81D294E3}" dt="2025-10-02T04:00:59.818" v="72" actId="1076"/>
          <ac:spMkLst>
            <pc:docMk/>
            <pc:sldMk cId="3049325238" sldId="263"/>
            <ac:spMk id="7" creationId="{001DED4C-4BED-CBCD-B862-88F418FCBB60}"/>
          </ac:spMkLst>
        </pc:spChg>
        <pc:spChg chg="add mod">
          <ac:chgData name="Bhupatiraju, Yatin" userId="S::bhupatir@email.sc.edu::930f8966-5b4b-4137-9536-5be5f059b159" providerId="AD" clId="Web-{BBA0A320-DB89-FBAD-6CE3-152F81D294E3}" dt="2025-10-02T04:00:40.537" v="67" actId="1076"/>
          <ac:spMkLst>
            <pc:docMk/>
            <pc:sldMk cId="3049325238" sldId="263"/>
            <ac:spMk id="8" creationId="{E2D17889-96E7-B0E4-B973-126FC21826AE}"/>
          </ac:spMkLst>
        </pc:spChg>
      </pc:sldChg>
      <pc:sldChg chg="modNotes">
        <pc:chgData name="Bhupatiraju, Yatin" userId="S::bhupatir@email.sc.edu::930f8966-5b4b-4137-9536-5be5f059b159" providerId="AD" clId="Web-{BBA0A320-DB89-FBAD-6CE3-152F81D294E3}" dt="2025-10-02T04:03:16.819" v="75"/>
        <pc:sldMkLst>
          <pc:docMk/>
          <pc:sldMk cId="23980950" sldId="269"/>
        </pc:sldMkLst>
      </pc:sldChg>
    </pc:docChg>
  </pc:docChgLst>
  <pc:docChgLst>
    <pc:chgData name="Anand, Aryan" userId="S::asanand@email.sc.edu::2e84b05c-4827-4967-a624-b1bb69da5352" providerId="AD" clId="Web-{B33C91BD-B529-53B9-159C-27A5990AD2A8}"/>
    <pc:docChg chg="modSld">
      <pc:chgData name="Anand, Aryan" userId="S::asanand@email.sc.edu::2e84b05c-4827-4967-a624-b1bb69da5352" providerId="AD" clId="Web-{B33C91BD-B529-53B9-159C-27A5990AD2A8}" dt="2025-10-02T18:36:38.735" v="0" actId="1076"/>
      <pc:docMkLst>
        <pc:docMk/>
      </pc:docMkLst>
      <pc:sldChg chg="modSp">
        <pc:chgData name="Anand, Aryan" userId="S::asanand@email.sc.edu::2e84b05c-4827-4967-a624-b1bb69da5352" providerId="AD" clId="Web-{B33C91BD-B529-53B9-159C-27A5990AD2A8}" dt="2025-10-02T18:36:38.735" v="0" actId="1076"/>
        <pc:sldMkLst>
          <pc:docMk/>
          <pc:sldMk cId="3049325238" sldId="263"/>
        </pc:sldMkLst>
        <pc:picChg chg="mod">
          <ac:chgData name="Anand, Aryan" userId="S::asanand@email.sc.edu::2e84b05c-4827-4967-a624-b1bb69da5352" providerId="AD" clId="Web-{B33C91BD-B529-53B9-159C-27A5990AD2A8}" dt="2025-10-02T18:36:38.735" v="0" actId="1076"/>
          <ac:picMkLst>
            <pc:docMk/>
            <pc:sldMk cId="3049325238" sldId="263"/>
            <ac:picMk id="6" creationId="{C89BBA72-6DD5-6469-3345-7A0CCABDEBAD}"/>
          </ac:picMkLst>
        </pc:picChg>
      </pc:sldChg>
    </pc:docChg>
  </pc:docChgLst>
  <pc:docChgLst>
    <pc:chgData name="Anand, Aryan" userId="S::asanand@email.sc.edu::2e84b05c-4827-4967-a624-b1bb69da5352" providerId="AD" clId="Web-{1DE52286-EE8A-219A-9786-01FC5C43AE9A}"/>
    <pc:docChg chg="modSld">
      <pc:chgData name="Anand, Aryan" userId="S::asanand@email.sc.edu::2e84b05c-4827-4967-a624-b1bb69da5352" providerId="AD" clId="Web-{1DE52286-EE8A-219A-9786-01FC5C43AE9A}" dt="2025-10-01T22:43:52.681" v="37" actId="20577"/>
      <pc:docMkLst>
        <pc:docMk/>
      </pc:docMkLst>
      <pc:sldChg chg="mod modShow">
        <pc:chgData name="Anand, Aryan" userId="S::asanand@email.sc.edu::2e84b05c-4827-4967-a624-b1bb69da5352" providerId="AD" clId="Web-{1DE52286-EE8A-219A-9786-01FC5C43AE9A}" dt="2025-09-30T23:39:46.292" v="1"/>
        <pc:sldMkLst>
          <pc:docMk/>
          <pc:sldMk cId="199496492" sldId="259"/>
        </pc:sldMkLst>
      </pc:sldChg>
      <pc:sldChg chg="addSp delSp modSp">
        <pc:chgData name="Anand, Aryan" userId="S::asanand@email.sc.edu::2e84b05c-4827-4967-a624-b1bb69da5352" providerId="AD" clId="Web-{1DE52286-EE8A-219A-9786-01FC5C43AE9A}" dt="2025-10-01T22:43:52.681" v="37" actId="20577"/>
        <pc:sldMkLst>
          <pc:docMk/>
          <pc:sldMk cId="3049325238" sldId="263"/>
        </pc:sldMkLst>
        <pc:spChg chg="mod">
          <ac:chgData name="Anand, Aryan" userId="S::asanand@email.sc.edu::2e84b05c-4827-4967-a624-b1bb69da5352" providerId="AD" clId="Web-{1DE52286-EE8A-219A-9786-01FC5C43AE9A}" dt="2025-10-01T22:40:43.813" v="5" actId="1076"/>
          <ac:spMkLst>
            <pc:docMk/>
            <pc:sldMk cId="3049325238" sldId="263"/>
            <ac:spMk id="3" creationId="{8FDA5B7E-EA13-50E2-B2D9-F7128F9E9FE1}"/>
          </ac:spMkLst>
        </pc:spChg>
        <pc:spChg chg="add mod">
          <ac:chgData name="Anand, Aryan" userId="S::asanand@email.sc.edu::2e84b05c-4827-4967-a624-b1bb69da5352" providerId="AD" clId="Web-{1DE52286-EE8A-219A-9786-01FC5C43AE9A}" dt="2025-10-01T22:43:52.681" v="37" actId="20577"/>
          <ac:spMkLst>
            <pc:docMk/>
            <pc:sldMk cId="3049325238" sldId="263"/>
            <ac:spMk id="7" creationId="{001DED4C-4BED-CBCD-B862-88F418FCBB60}"/>
          </ac:spMkLst>
        </pc:spChg>
        <pc:picChg chg="add del mod">
          <ac:chgData name="Anand, Aryan" userId="S::asanand@email.sc.edu::2e84b05c-4827-4967-a624-b1bb69da5352" providerId="AD" clId="Web-{1DE52286-EE8A-219A-9786-01FC5C43AE9A}" dt="2025-10-01T22:41:38.048" v="15"/>
          <ac:picMkLst>
            <pc:docMk/>
            <pc:sldMk cId="3049325238" sldId="263"/>
            <ac:picMk id="4" creationId="{25B463AB-ED46-FBE2-B6E6-5237D4D897D8}"/>
          </ac:picMkLst>
        </pc:picChg>
        <pc:picChg chg="add del mod">
          <ac:chgData name="Anand, Aryan" userId="S::asanand@email.sc.edu::2e84b05c-4827-4967-a624-b1bb69da5352" providerId="AD" clId="Web-{1DE52286-EE8A-219A-9786-01FC5C43AE9A}" dt="2025-10-01T22:41:38.048" v="14"/>
          <ac:picMkLst>
            <pc:docMk/>
            <pc:sldMk cId="3049325238" sldId="263"/>
            <ac:picMk id="5" creationId="{FD328BDD-D381-57C1-48C1-DF4EBB34F499}"/>
          </ac:picMkLst>
        </pc:picChg>
        <pc:picChg chg="add mod">
          <ac:chgData name="Anand, Aryan" userId="S::asanand@email.sc.edu::2e84b05c-4827-4967-a624-b1bb69da5352" providerId="AD" clId="Web-{1DE52286-EE8A-219A-9786-01FC5C43AE9A}" dt="2025-10-01T22:43:11.519" v="28" actId="14100"/>
          <ac:picMkLst>
            <pc:docMk/>
            <pc:sldMk cId="3049325238" sldId="263"/>
            <ac:picMk id="6" creationId="{C89BBA72-6DD5-6469-3345-7A0CCABDEBAD}"/>
          </ac:picMkLst>
        </pc:picChg>
      </pc:sldChg>
    </pc:docChg>
  </pc:docChgLst>
  <pc:docChgLst>
    <pc:chgData name="Bhupatiraju, Yatin" userId="S::bhupatir@email.sc.edu::930f8966-5b4b-4137-9536-5be5f059b159" providerId="AD" clId="Web-{68D6F1ED-0B62-20AA-2031-3D34C55A9F2E}"/>
    <pc:docChg chg="modSld">
      <pc:chgData name="Bhupatiraju, Yatin" userId="S::bhupatir@email.sc.edu::930f8966-5b4b-4137-9536-5be5f059b159" providerId="AD" clId="Web-{68D6F1ED-0B62-20AA-2031-3D34C55A9F2E}" dt="2025-09-30T19:40:33.037" v="4"/>
      <pc:docMkLst>
        <pc:docMk/>
      </pc:docMkLst>
      <pc:sldChg chg="addSp delSp modSp mod setBg setClrOvrMap">
        <pc:chgData name="Bhupatiraju, Yatin" userId="S::bhupatir@email.sc.edu::930f8966-5b4b-4137-9536-5be5f059b159" providerId="AD" clId="Web-{68D6F1ED-0B62-20AA-2031-3D34C55A9F2E}" dt="2025-09-30T19:40:33.037" v="4"/>
        <pc:sldMkLst>
          <pc:docMk/>
          <pc:sldMk cId="109857222" sldId="256"/>
        </pc:sldMkLst>
        <pc:spChg chg="mod">
          <ac:chgData name="Bhupatiraju, Yatin" userId="S::bhupatir@email.sc.edu::930f8966-5b4b-4137-9536-5be5f059b159" providerId="AD" clId="Web-{68D6F1ED-0B62-20AA-2031-3D34C55A9F2E}" dt="2025-09-30T19:40:33.037" v="4"/>
          <ac:spMkLst>
            <pc:docMk/>
            <pc:sldMk cId="109857222" sldId="256"/>
            <ac:spMk id="2" creationId="{00000000-0000-0000-0000-000000000000}"/>
          </ac:spMkLst>
        </pc:spChg>
        <pc:spChg chg="mod">
          <ac:chgData name="Bhupatiraju, Yatin" userId="S::bhupatir@email.sc.edu::930f8966-5b4b-4137-9536-5be5f059b159" providerId="AD" clId="Web-{68D6F1ED-0B62-20AA-2031-3D34C55A9F2E}" dt="2025-09-30T19:40:33.037" v="4"/>
          <ac:spMkLst>
            <pc:docMk/>
            <pc:sldMk cId="109857222" sldId="256"/>
            <ac:spMk id="3" creationId="{00000000-0000-0000-0000-000000000000}"/>
          </ac:spMkLst>
        </pc:spChg>
        <pc:spChg chg="add">
          <ac:chgData name="Bhupatiraju, Yatin" userId="S::bhupatir@email.sc.edu::930f8966-5b4b-4137-9536-5be5f059b159" providerId="AD" clId="Web-{68D6F1ED-0B62-20AA-2031-3D34C55A9F2E}" dt="2025-09-30T19:40:33.037" v="4"/>
          <ac:spMkLst>
            <pc:docMk/>
            <pc:sldMk cId="109857222" sldId="256"/>
            <ac:spMk id="21" creationId="{33474BD5-5CDD-4624-B265-461D5D2FAB8D}"/>
          </ac:spMkLst>
        </pc:spChg>
        <pc:spChg chg="add">
          <ac:chgData name="Bhupatiraju, Yatin" userId="S::bhupatir@email.sc.edu::930f8966-5b4b-4137-9536-5be5f059b159" providerId="AD" clId="Web-{68D6F1ED-0B62-20AA-2031-3D34C55A9F2E}" dt="2025-09-30T19:40:33.037" v="4"/>
          <ac:spMkLst>
            <pc:docMk/>
            <pc:sldMk cId="109857222" sldId="256"/>
            <ac:spMk id="26" creationId="{9E382A3D-2F90-475C-8DF2-F666FEA3425B}"/>
          </ac:spMkLst>
        </pc:spChg>
        <pc:grpChg chg="add">
          <ac:chgData name="Bhupatiraju, Yatin" userId="S::bhupatir@email.sc.edu::930f8966-5b4b-4137-9536-5be5f059b159" providerId="AD" clId="Web-{68D6F1ED-0B62-20AA-2031-3D34C55A9F2E}" dt="2025-09-30T19:40:33.037" v="4"/>
          <ac:grpSpMkLst>
            <pc:docMk/>
            <pc:sldMk cId="109857222" sldId="256"/>
            <ac:grpSpMk id="22" creationId="{89C082B5-9FB8-47CC-AE81-E993CEC17DEF}"/>
          </ac:grpSpMkLst>
        </pc:grpChg>
      </pc:sldChg>
    </pc:docChg>
  </pc:docChgLst>
  <pc:docChgLst>
    <pc:chgData name="Satishkumar, Sri" userId="S::satishks@email.sc.edu::f6ebb023-83d4-4638-b40e-b1943aedbc85" providerId="AD" clId="Web-{613AE82A-3985-CF48-363B-51AC29AEC0FB}"/>
    <pc:docChg chg="modSld">
      <pc:chgData name="Satishkumar, Sri" userId="S::satishks@email.sc.edu::f6ebb023-83d4-4638-b40e-b1943aedbc85" providerId="AD" clId="Web-{613AE82A-3985-CF48-363B-51AC29AEC0FB}" dt="2025-10-02T17:44:17.625" v="18"/>
      <pc:docMkLst>
        <pc:docMk/>
      </pc:docMkLst>
      <pc:sldChg chg="modNotes">
        <pc:chgData name="Satishkumar, Sri" userId="S::satishks@email.sc.edu::f6ebb023-83d4-4638-b40e-b1943aedbc85" providerId="AD" clId="Web-{613AE82A-3985-CF48-363B-51AC29AEC0FB}" dt="2025-10-02T17:33:48.475" v="13"/>
        <pc:sldMkLst>
          <pc:docMk/>
          <pc:sldMk cId="2687780207" sldId="257"/>
        </pc:sldMkLst>
      </pc:sldChg>
      <pc:sldChg chg="modNotes">
        <pc:chgData name="Satishkumar, Sri" userId="S::satishks@email.sc.edu::f6ebb023-83d4-4638-b40e-b1943aedbc85" providerId="AD" clId="Web-{613AE82A-3985-CF48-363B-51AC29AEC0FB}" dt="2025-10-02T17:44:17.625" v="18"/>
        <pc:sldMkLst>
          <pc:docMk/>
          <pc:sldMk cId="806880625"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EF855-1F83-43D4-99A9-52B16AF2C605}" type="datetimeFigureOut">
              <a:t>10/2/2025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48C5D-63DD-48E4-831A-9FC0C6F0B001}" type="slidenum">
              <a:t>‹#›</a:t>
            </a:fld>
            <a:endParaRPr lang="en-US"/>
          </a:p>
        </p:txBody>
      </p:sp>
    </p:spTree>
    <p:extLst>
      <p:ext uri="{BB962C8B-B14F-4D97-AF65-F5344CB8AC3E}">
        <p14:creationId xmlns:p14="http://schemas.microsoft.com/office/powerpoint/2010/main" val="279977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1415-0B8E-EEB2-3FFA-AFA96C044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EC0A1-2ED6-3687-D08C-9F1E386B5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5902D-83C9-2B5A-7536-0056B7879FAC}"/>
              </a:ext>
            </a:extLst>
          </p:cNvPr>
          <p:cNvSpPr>
            <a:spLocks noGrp="1"/>
          </p:cNvSpPr>
          <p:nvPr>
            <p:ph type="body" idx="1"/>
          </p:nvPr>
        </p:nvSpPr>
        <p:spPr/>
        <p:txBody>
          <a:bodyPr/>
          <a:lstStyle/>
          <a:p>
            <a:pPr>
              <a:spcBef>
                <a:spcPts val="1000"/>
              </a:spcBef>
            </a:pPr>
            <a:r>
              <a:rPr lang="en-US">
                <a:solidFill>
                  <a:srgbClr val="404040"/>
                </a:solidFill>
              </a:rPr>
              <a:t>Before diving into the metrics, here’s a quick overview of the project. Our goal was to use satellite imagery to automatically classify building damage after disasters. We trained our model to recognize four levels of damage: no damage, minor, major, and destroyed. The purpose of this work is to provide rapid, accurate, and scalable assessments to help first responders and aid organizations prioritize resources where they’re needed most.</a:t>
            </a:r>
            <a:endParaRPr lang="en-US"/>
          </a:p>
        </p:txBody>
      </p:sp>
      <p:sp>
        <p:nvSpPr>
          <p:cNvPr id="4" name="Slide Number Placeholder 3">
            <a:extLst>
              <a:ext uri="{FF2B5EF4-FFF2-40B4-BE49-F238E27FC236}">
                <a16:creationId xmlns:a16="http://schemas.microsoft.com/office/drawing/2014/main" id="{3C75EC4B-7EA1-DCA6-DBCA-FC9916B183DA}"/>
              </a:ext>
            </a:extLst>
          </p:cNvPr>
          <p:cNvSpPr>
            <a:spLocks noGrp="1"/>
          </p:cNvSpPr>
          <p:nvPr>
            <p:ph type="sldNum" sz="quarter" idx="5"/>
          </p:nvPr>
        </p:nvSpPr>
        <p:spPr/>
        <p:txBody>
          <a:bodyPr/>
          <a:lstStyle/>
          <a:p>
            <a:fld id="{7A148C5D-63DD-48E4-831A-9FC0C6F0B001}" type="slidenum">
              <a:t>2</a:t>
            </a:fld>
            <a:endParaRPr lang="en-US"/>
          </a:p>
        </p:txBody>
      </p:sp>
    </p:spTree>
    <p:extLst>
      <p:ext uri="{BB962C8B-B14F-4D97-AF65-F5344CB8AC3E}">
        <p14:creationId xmlns:p14="http://schemas.microsoft.com/office/powerpoint/2010/main" val="3084540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0"/>
              </a:spcBef>
            </a:pPr>
            <a:endParaRPr lang="en-US" dirty="0">
              <a:solidFill>
                <a:srgbClr val="404040"/>
              </a:solidFill>
              <a:ea typeface="Calibri"/>
              <a:cs typeface="Calibri"/>
            </a:endParaRPr>
          </a:p>
          <a:p>
            <a:pPr marL="285750" indent="-285750">
              <a:spcBef>
                <a:spcPts val="1000"/>
              </a:spcBef>
              <a:buFont typeface="Arial"/>
              <a:buChar char="•"/>
            </a:pPr>
            <a:r>
              <a:rPr lang="en-US" dirty="0">
                <a:solidFill>
                  <a:srgbClr val="404040"/>
                </a:solidFill>
              </a:rPr>
              <a:t>One of the biggest issues we face is latency. Our pipeline has to process thousands of 512 by 512 image tiles, and because we’re running on CPU-only machines, training and inference take a really long time. If the p95 time per tile is too high, the entire end-to-end map can take hours to generate, which makes it impractical for rapid disaster response.</a:t>
            </a:r>
            <a:endParaRPr lang="en-US" dirty="0">
              <a:solidFill>
                <a:srgbClr val="404040"/>
              </a:solidFill>
              <a:ea typeface="Calibri" panose="020F0502020204030204"/>
              <a:cs typeface="Calibri" panose="020F0502020204030204"/>
            </a:endParaRPr>
          </a:p>
          <a:p>
            <a:pPr marL="285750" indent="-285750">
              <a:spcBef>
                <a:spcPts val="1000"/>
              </a:spcBef>
              <a:buFont typeface="Arial"/>
              <a:buChar char="•"/>
            </a:pPr>
            <a:r>
              <a:rPr lang="en-US" dirty="0">
                <a:solidFill>
                  <a:srgbClr val="404040"/>
                </a:solidFill>
              </a:rPr>
              <a:t>Another challenge is with georeferencing. The dataset we use, </a:t>
            </a:r>
            <a:r>
              <a:rPr lang="en-US" dirty="0" err="1">
                <a:solidFill>
                  <a:srgbClr val="404040"/>
                </a:solidFill>
              </a:rPr>
              <a:t>xBD</a:t>
            </a:r>
            <a:r>
              <a:rPr lang="en-US" dirty="0">
                <a:solidFill>
                  <a:srgbClr val="404040"/>
                </a:solidFill>
              </a:rPr>
              <a:t>, gives us PNG image chips and JSON masks, but no actual latitude and longitude information. The true geospatial data is locked inside massive ~131 gigabyte </a:t>
            </a:r>
            <a:r>
              <a:rPr lang="en-US" dirty="0" err="1">
                <a:solidFill>
                  <a:srgbClr val="404040"/>
                </a:solidFill>
              </a:rPr>
              <a:t>GeoTIFF</a:t>
            </a:r>
            <a:r>
              <a:rPr lang="en-US" dirty="0">
                <a:solidFill>
                  <a:srgbClr val="404040"/>
                </a:solidFill>
              </a:rPr>
              <a:t> files for each event. Because of this, we can’t yet plot results directly onto a real basemap. For now, our demo only shows pixel-space outputs instead of georeferenced maps.</a:t>
            </a:r>
            <a:endParaRPr lang="en-US" dirty="0">
              <a:solidFill>
                <a:srgbClr val="404040"/>
              </a:solidFill>
              <a:ea typeface="Calibri"/>
              <a:cs typeface="Calibri"/>
            </a:endParaRPr>
          </a:p>
        </p:txBody>
      </p:sp>
      <p:sp>
        <p:nvSpPr>
          <p:cNvPr id="4" name="Slide Number Placeholder 3"/>
          <p:cNvSpPr>
            <a:spLocks noGrp="1"/>
          </p:cNvSpPr>
          <p:nvPr>
            <p:ph type="sldNum" sz="quarter" idx="5"/>
          </p:nvPr>
        </p:nvSpPr>
        <p:spPr/>
        <p:txBody>
          <a:bodyPr/>
          <a:lstStyle/>
          <a:p>
            <a:fld id="{7A148C5D-63DD-48E4-831A-9FC0C6F0B001}" type="slidenum">
              <a:t>3</a:t>
            </a:fld>
            <a:endParaRPr lang="en-US"/>
          </a:p>
        </p:txBody>
      </p:sp>
    </p:spTree>
    <p:extLst>
      <p:ext uri="{BB962C8B-B14F-4D97-AF65-F5344CB8AC3E}">
        <p14:creationId xmlns:p14="http://schemas.microsoft.com/office/powerpoint/2010/main" val="1125552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a visual example of our data overlay process.</a:t>
            </a:r>
            <a:br>
              <a:rPr lang="en-US">
                <a:cs typeface="+mn-lt"/>
              </a:rPr>
            </a:br>
            <a:r>
              <a:rPr lang="en-US"/>
              <a:t> On the </a:t>
            </a:r>
            <a:r>
              <a:rPr lang="en-US" b="1"/>
              <a:t>left</a:t>
            </a:r>
            <a:r>
              <a:rPr lang="en-US"/>
              <a:t>, we have the </a:t>
            </a:r>
            <a:r>
              <a:rPr lang="en-US" b="1"/>
              <a:t>mask</a:t>
            </a:r>
            <a:r>
              <a:rPr lang="en-US"/>
              <a:t>, which highlights damaged structures using a specific color—here it's marked in red.</a:t>
            </a:r>
            <a:br>
              <a:rPr lang="en-US">
                <a:cs typeface="+mn-lt"/>
              </a:rPr>
            </a:br>
            <a:r>
              <a:rPr lang="en-US"/>
              <a:t> On the </a:t>
            </a:r>
            <a:r>
              <a:rPr lang="en-US" b="1"/>
              <a:t>right</a:t>
            </a:r>
            <a:r>
              <a:rPr lang="en-US"/>
              <a:t>, you can see the </a:t>
            </a:r>
            <a:r>
              <a:rPr lang="en-US" b="1"/>
              <a:t>corresponding satellite image</a:t>
            </a:r>
            <a:r>
              <a:rPr lang="en-US"/>
              <a:t>, where the same structure is visible in the natural environment.</a:t>
            </a:r>
            <a:br>
              <a:rPr lang="en-US">
                <a:cs typeface="+mn-lt"/>
              </a:rPr>
            </a:br>
            <a:r>
              <a:rPr lang="en-US"/>
              <a:t> This kind of overlay helps us validate model predictions and better interpret where damage has occurred, especially in post-disaster settings."</a:t>
            </a:r>
          </a:p>
        </p:txBody>
      </p:sp>
      <p:sp>
        <p:nvSpPr>
          <p:cNvPr id="4" name="Slide Number Placeholder 3"/>
          <p:cNvSpPr>
            <a:spLocks noGrp="1"/>
          </p:cNvSpPr>
          <p:nvPr>
            <p:ph type="sldNum" sz="quarter" idx="5"/>
          </p:nvPr>
        </p:nvSpPr>
        <p:spPr/>
        <p:txBody>
          <a:bodyPr/>
          <a:lstStyle/>
          <a:p>
            <a:fld id="{7A148C5D-63DD-48E4-831A-9FC0C6F0B001}" type="slidenum">
              <a:rPr lang="en-US"/>
              <a:t>5</a:t>
            </a:fld>
            <a:endParaRPr lang="en-US"/>
          </a:p>
        </p:txBody>
      </p:sp>
    </p:spTree>
    <p:extLst>
      <p:ext uri="{BB962C8B-B14F-4D97-AF65-F5344CB8AC3E}">
        <p14:creationId xmlns:p14="http://schemas.microsoft.com/office/powerpoint/2010/main" val="1787844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first example, we’re looking at a misclassification case.</a:t>
            </a:r>
          </a:p>
          <a:p>
            <a:r>
              <a:rPr lang="en-US"/>
              <a:t>On the top left is the pre-disaster image, and on the top right is the post-disaster image.</a:t>
            </a:r>
          </a:p>
          <a:p>
            <a:r>
              <a:rPr lang="en-US"/>
              <a:t>Below each, you see the Grad-CAM visualizations showing where the model focused its attention.</a:t>
            </a:r>
            <a:endParaRPr lang="en-US">
              <a:ea typeface="Calibri"/>
              <a:cs typeface="Calibri"/>
            </a:endParaRPr>
          </a:p>
          <a:p>
            <a:r>
              <a:rPr lang="en-US"/>
              <a:t>The model predicted class 1 — which corresponds to minor damage — but the true label was class 3, or destroyed.</a:t>
            </a:r>
            <a:endParaRPr lang="en-US">
              <a:ea typeface="Calibri"/>
              <a:cs typeface="Calibri"/>
            </a:endParaRPr>
          </a:p>
          <a:p>
            <a:r>
              <a:rPr lang="en-US"/>
              <a:t>As we can see from the Grad-CAM, the model’s attention was a bit diffuse in the pre-disaster image, possibly leading to the misclassification. This highlights how subtle visual differences can confuse the model.</a:t>
            </a:r>
          </a:p>
        </p:txBody>
      </p:sp>
      <p:sp>
        <p:nvSpPr>
          <p:cNvPr id="4" name="Slide Number Placeholder 3"/>
          <p:cNvSpPr>
            <a:spLocks noGrp="1"/>
          </p:cNvSpPr>
          <p:nvPr>
            <p:ph type="sldNum" sz="quarter" idx="5"/>
          </p:nvPr>
        </p:nvSpPr>
        <p:spPr/>
        <p:txBody>
          <a:bodyPr/>
          <a:lstStyle/>
          <a:p>
            <a:fld id="{7A148C5D-63DD-48E4-831A-9FC0C6F0B001}" type="slidenum">
              <a:rPr lang="en-US"/>
              <a:t>6</a:t>
            </a:fld>
            <a:endParaRPr lang="en-US"/>
          </a:p>
        </p:txBody>
      </p:sp>
    </p:spTree>
    <p:extLst>
      <p:ext uri="{BB962C8B-B14F-4D97-AF65-F5344CB8AC3E}">
        <p14:creationId xmlns:p14="http://schemas.microsoft.com/office/powerpoint/2010/main" val="3190194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here’s an example of a correct prediction.</a:t>
            </a:r>
          </a:p>
          <a:p>
            <a:r>
              <a:rPr lang="en-US"/>
              <a:t>Again, we have the pre-disaster image on the top left and the post-disaster image on the top right.</a:t>
            </a:r>
          </a:p>
          <a:p>
            <a:r>
              <a:rPr lang="en-US"/>
              <a:t>The Grad-CAM visualizations show that the model focused strongly on the most relevant damage zones — you can clearly see the red highlights align with areas of destruction.</a:t>
            </a:r>
          </a:p>
          <a:p>
            <a:r>
              <a:rPr lang="en-US"/>
              <a:t>Both the prediction and the ground truth were class 3, or destroyed.</a:t>
            </a:r>
          </a:p>
          <a:p>
            <a:r>
              <a:rPr lang="en-US"/>
              <a:t>This demonstrates that when the features are more obvious and the model’s attention is well-placed, it performs with high confidence and accuracy.</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A148C5D-63DD-48E4-831A-9FC0C6F0B001}" type="slidenum">
              <a:rPr lang="en-US"/>
              <a:t>7</a:t>
            </a:fld>
            <a:endParaRPr lang="en-US"/>
          </a:p>
        </p:txBody>
      </p:sp>
    </p:spTree>
    <p:extLst>
      <p:ext uri="{BB962C8B-B14F-4D97-AF65-F5344CB8AC3E}">
        <p14:creationId xmlns:p14="http://schemas.microsoft.com/office/powerpoint/2010/main" val="150245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E32F7-4836-9FA7-7AA6-649D54F12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BCC58-2C7D-A235-EE26-53410337F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0AC1A-F17F-65E2-225A-1A34EC2BF77A}"/>
              </a:ext>
            </a:extLst>
          </p:cNvPr>
          <p:cNvSpPr>
            <a:spLocks noGrp="1"/>
          </p:cNvSpPr>
          <p:nvPr>
            <p:ph type="body" idx="1"/>
          </p:nvPr>
        </p:nvSpPr>
        <p:spPr/>
        <p:txBody>
          <a:bodyPr/>
          <a:lstStyle/>
          <a:p>
            <a:r>
              <a:rPr lang="en-US" dirty="0"/>
              <a:t>Both show that the dataset is heavily imbalanced: about 73% of the buildings fall into the ‘No Damage’ category. In contrast, the damaged categories — minor, major, and destroyed — each make up less than 10% individually.</a:t>
            </a:r>
          </a:p>
          <a:p>
            <a:r>
              <a:rPr lang="en-US" dirty="0"/>
              <a:t> </a:t>
            </a:r>
            <a:endParaRPr lang="en-US" dirty="0">
              <a:ea typeface="Calibri"/>
              <a:cs typeface="Calibri"/>
            </a:endParaRPr>
          </a:p>
          <a:p>
            <a:r>
              <a:rPr lang="en-US" dirty="0"/>
              <a:t>This imbalance creates a challenge for the model because it can easily learn to predict ‘No Damage’ most of the time and still appear accurate, while struggling more on the smaller but more important damaged classes.</a:t>
            </a:r>
          </a:p>
          <a:p>
            <a:endParaRPr lang="en-US" dirty="0">
              <a:ea typeface="Calibri" panose="020F0502020204030204"/>
              <a:cs typeface="Calibri" panose="020F0502020204030204"/>
            </a:endParaRPr>
          </a:p>
          <a:p>
            <a:r>
              <a:rPr lang="en-US" dirty="0"/>
              <a:t>To handle this imbalance, we can use a few different strategies. One option is resampling — either oversampling the less common classes or </a:t>
            </a:r>
            <a:r>
              <a:rPr lang="en-US" dirty="0" err="1"/>
              <a:t>undersampling</a:t>
            </a:r>
            <a:r>
              <a:rPr lang="en-US" dirty="0"/>
              <a:t> the majority class. Another is to use class weights, which essentially tell the model to pay more attention to the rarer categories. We can also generate more training examples through data augmentation, creating slightly modified versions of the minority class images. Finally, when we evaluate performance, we rely more on F1-scores and recall, instead of just accuracy, so we don’t overlook the rare but critical damage classes.</a:t>
            </a:r>
          </a:p>
        </p:txBody>
      </p:sp>
      <p:sp>
        <p:nvSpPr>
          <p:cNvPr id="4" name="Slide Number Placeholder 3">
            <a:extLst>
              <a:ext uri="{FF2B5EF4-FFF2-40B4-BE49-F238E27FC236}">
                <a16:creationId xmlns:a16="http://schemas.microsoft.com/office/drawing/2014/main" id="{563E3C38-64C1-D661-2146-CF4D6CCA992F}"/>
              </a:ext>
            </a:extLst>
          </p:cNvPr>
          <p:cNvSpPr>
            <a:spLocks noGrp="1"/>
          </p:cNvSpPr>
          <p:nvPr>
            <p:ph type="sldNum" sz="quarter" idx="5"/>
          </p:nvPr>
        </p:nvSpPr>
        <p:spPr/>
        <p:txBody>
          <a:bodyPr/>
          <a:lstStyle/>
          <a:p>
            <a:fld id="{7A148C5D-63DD-48E4-831A-9FC0C6F0B001}" type="slidenum">
              <a:rPr lang="en-US"/>
              <a:t>8</a:t>
            </a:fld>
            <a:endParaRPr lang="en-US"/>
          </a:p>
        </p:txBody>
      </p:sp>
    </p:spTree>
    <p:extLst>
      <p:ext uri="{BB962C8B-B14F-4D97-AF65-F5344CB8AC3E}">
        <p14:creationId xmlns:p14="http://schemas.microsoft.com/office/powerpoint/2010/main" val="1034204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1ABE2-2141-5964-8B67-9A04F0769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4C058-2B4C-A4D8-6759-D48AA752A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63307-B2D6-E514-65E2-11A6AA864F8C}"/>
              </a:ext>
            </a:extLst>
          </p:cNvPr>
          <p:cNvSpPr>
            <a:spLocks noGrp="1"/>
          </p:cNvSpPr>
          <p:nvPr>
            <p:ph type="body" idx="1"/>
          </p:nvPr>
        </p:nvSpPr>
        <p:spPr/>
        <p:txBody>
          <a:bodyPr/>
          <a:lstStyle/>
          <a:p>
            <a:r>
              <a:rPr lang="en-US"/>
              <a:t>**“This graph shows how our model improved as we trained it. On the left, the red line is the training loss. You can think of ‘loss’ as how wrong the model is — it starts high, and drops down quickly, which means the model is learning.</a:t>
            </a:r>
          </a:p>
          <a:p>
            <a:r>
              <a:rPr lang="en-US"/>
              <a:t>In the middle, the blue line is training accuracy and the green line is validation accuracy. Training accuracy goes up almost to 100%, while validation accuracy levels off around 87–88%. That’s expected — the model learns the training data really well, but validation accuracy shows how well it generalizes to unseen data.</a:t>
            </a:r>
            <a:endParaRPr lang="en-US">
              <a:ea typeface="Calibri"/>
              <a:cs typeface="Calibri"/>
            </a:endParaRPr>
          </a:p>
          <a:p>
            <a:r>
              <a:rPr lang="en-US"/>
              <a:t>On the right is Macro F1, which balances performance across all four damage classes, including the rare ones. This steadily climbs from about 0.45 to around 0.75. That’s important, because it shows the model isn’t just good at predicting the easy ‘no damage’ cases, but also improved on the harder classes like ‘minor’ and ‘destroyed’.</a:t>
            </a:r>
            <a:endParaRPr lang="en-US">
              <a:ea typeface="Calibri"/>
              <a:cs typeface="Calibri"/>
            </a:endParaRPr>
          </a:p>
          <a:p>
            <a:r>
              <a:rPr lang="en-US"/>
              <a:t>Overall, these three plots together show that our model trained successfully, learned the patterns, and reached strong balanced performance.”**</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0802EDF7-BA84-2974-F2FE-D9959C9B9E94}"/>
              </a:ext>
            </a:extLst>
          </p:cNvPr>
          <p:cNvSpPr>
            <a:spLocks noGrp="1"/>
          </p:cNvSpPr>
          <p:nvPr>
            <p:ph type="sldNum" sz="quarter" idx="5"/>
          </p:nvPr>
        </p:nvSpPr>
        <p:spPr/>
        <p:txBody>
          <a:bodyPr/>
          <a:lstStyle/>
          <a:p>
            <a:fld id="{7A148C5D-63DD-48E4-831A-9FC0C6F0B001}" type="slidenum">
              <a:rPr lang="en-US"/>
              <a:t>9</a:t>
            </a:fld>
            <a:endParaRPr lang="en-US"/>
          </a:p>
        </p:txBody>
      </p:sp>
    </p:spTree>
    <p:extLst>
      <p:ext uri="{BB962C8B-B14F-4D97-AF65-F5344CB8AC3E}">
        <p14:creationId xmlns:p14="http://schemas.microsoft.com/office/powerpoint/2010/main" val="2061932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the end of training, the model had a very low loss, almost perfect training accuracy, and about 88% accuracy on new data — so it generalizes well.</a:t>
            </a:r>
          </a:p>
          <a:p>
            <a:r>
              <a:rPr lang="en-US"/>
              <a:t>The Macro F1 score of 0.75 tells us it’s doing a solid job across all four classes, not just the easy ones. Looking at each class: it’s excellent at detecting ‘no damage’ and very reliable for ‘major’ and ‘destroyed’. The weak spot is ‘minor damage’, where recall is lower — meaning the model often misses those cases.</a:t>
            </a:r>
            <a:endParaRPr lang="en-US">
              <a:ea typeface="Calibri"/>
              <a:cs typeface="Calibri"/>
            </a:endParaRPr>
          </a:p>
          <a:p>
            <a:r>
              <a:rPr lang="en-US"/>
              <a:t>So overall, this model is strong and practical, but in the real world we’d want to improve that ‘minor damage’ category before deployment.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A148C5D-63DD-48E4-831A-9FC0C6F0B001}" type="slidenum">
              <a:rPr lang="en-US"/>
              <a:t>10</a:t>
            </a:fld>
            <a:endParaRPr lang="en-US"/>
          </a:p>
        </p:txBody>
      </p:sp>
    </p:spTree>
    <p:extLst>
      <p:ext uri="{BB962C8B-B14F-4D97-AF65-F5344CB8AC3E}">
        <p14:creationId xmlns:p14="http://schemas.microsoft.com/office/powerpoint/2010/main" val="30094251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E9462EF3-3C4F-43EE-ACEE-D4B806740EA3}" type="datetimeFigureOut">
              <a:rPr lang="en-US" dirty="0"/>
              <a:pPr/>
              <a:t>10/2/2025</a:t>
            </a:fld>
            <a:endParaRPr lang="en-US"/>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r>
              <a:rPr lang="en-US"/>
              <a:t>
              </a:t>
            </a:r>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128277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6C0EF2-9919-473B-8215-8616BAF10692}" type="datetimeFigureOut">
              <a:rPr lang="en-US" dirty="0"/>
              <a:t>10/2/2025</a:t>
            </a:fld>
            <a:endParaRPr lang="en-US"/>
          </a:p>
        </p:txBody>
      </p:sp>
      <p:sp>
        <p:nvSpPr>
          <p:cNvPr id="5" name="Footer Placeholder 4"/>
          <p:cNvSpPr>
            <a:spLocks noGrp="1"/>
          </p:cNvSpPr>
          <p:nvPr>
            <p:ph type="ftr" sz="quarter" idx="11"/>
          </p:nvPr>
        </p:nvSpPr>
        <p:spPr/>
        <p:txBody>
          <a:bodyPr/>
          <a:lstStyle>
            <a:lvl1pPr>
              <a:defRPr sz="1000" b="1"/>
            </a:lvl1p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4370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472EB-AC54-4713-BFC2-BEB621108C63}" type="datetimeFigureOut">
              <a:rPr lang="en-US" dirty="0"/>
              <a:t>10/2/2025</a:t>
            </a:fld>
            <a:endParaRPr lang="en-US"/>
          </a:p>
        </p:txBody>
      </p:sp>
      <p:sp>
        <p:nvSpPr>
          <p:cNvPr id="5" name="Footer Placeholder 4"/>
          <p:cNvSpPr>
            <a:spLocks noGrp="1"/>
          </p:cNvSpPr>
          <p:nvPr>
            <p:ph type="ftr" sz="quarter" idx="11"/>
          </p:nvPr>
        </p:nvSpPr>
        <p:spPr/>
        <p:txBody>
          <a:bodyPr/>
          <a:lstStyle>
            <a:lvl1pPr>
              <a:defRPr sz="1000" b="1"/>
            </a:lvl1pPr>
          </a:lstStyle>
          <a:p>
            <a:r>
              <a:rPr lang="en-US"/>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20053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455A0C-791E-4545-B787-F98AD45CD761}" type="datetimeFigureOut">
              <a:rPr lang="en-US" dirty="0"/>
              <a:t>10/2/2025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95746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536B77-F4F4-4427-AC4F-9A623798AD82}" type="datetimeFigureOut">
              <a:rPr lang="en-US" dirty="0"/>
              <a:t>10/2/2025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74297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D8BE790C-34EB-4565-8437-CACF4CDB7822}" type="datetimeFigureOut">
              <a:rPr lang="en-US" dirty="0"/>
              <a:t>10/2/2025</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777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A4C11-22B8-4A4E-8126-B3AF6B948A8E}" type="datetimeFigureOut">
              <a:rPr lang="en-US" dirty="0"/>
              <a:t>10/2/2025</a:t>
            </a:fld>
            <a:endParaRPr lang="en-US"/>
          </a:p>
        </p:txBody>
      </p:sp>
      <p:sp>
        <p:nvSpPr>
          <p:cNvPr id="3" name="Footer Placeholder 2"/>
          <p:cNvSpPr>
            <a:spLocks noGrp="1"/>
          </p:cNvSpPr>
          <p:nvPr>
            <p:ph type="ftr" sz="quarter" idx="11"/>
          </p:nvPr>
        </p:nvSpPr>
        <p:spPr/>
        <p:txBody>
          <a:bodyPr/>
          <a:lstStyle/>
          <a:p>
            <a:r>
              <a:rPr lang="en-US"/>
              <a:t>
              </a:t>
            </a:r>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56461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ED06B6-C816-4861-964D-15A98395707D}" type="datetimeFigureOut">
              <a:rPr lang="en-US" dirty="0"/>
              <a:t>10/2/2025</a:t>
            </a:fld>
            <a:endParaRPr lang="en-US"/>
          </a:p>
        </p:txBody>
      </p:sp>
      <p:sp>
        <p:nvSpPr>
          <p:cNvPr id="6" name="Footer Placeholder 5"/>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30581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B1A8AB-EA7C-4B1B-9D73-E2551851FABE}" type="datetimeFigureOut">
              <a:rPr lang="en-US" dirty="0"/>
              <a:t>10/2/2025</a:t>
            </a:fld>
            <a:endParaRPr lang="en-US"/>
          </a:p>
        </p:txBody>
      </p:sp>
      <p:sp>
        <p:nvSpPr>
          <p:cNvPr id="6" name="Footer Placeholder 5"/>
          <p:cNvSpPr>
            <a:spLocks noGrp="1"/>
          </p:cNvSpPr>
          <p:nvPr>
            <p:ph type="ftr" sz="quarter" idx="11"/>
          </p:nvPr>
        </p:nvSpPr>
        <p:spPr/>
        <p:txBody>
          <a:bodyPr/>
          <a:lstStyle/>
          <a:p>
            <a:r>
              <a:rPr lang="en-US"/>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7538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3B39-165A-4B68-AA5C-581F5336313C}" type="datetimeFigureOut">
              <a:rPr lang="en-US" dirty="0"/>
              <a:t>10/2/2025</a:t>
            </a:fld>
            <a:endParaRPr lang="en-US"/>
          </a:p>
        </p:txBody>
      </p:sp>
      <p:sp>
        <p:nvSpPr>
          <p:cNvPr id="6" name="Footer Placeholder 5"/>
          <p:cNvSpPr>
            <a:spLocks noGrp="1"/>
          </p:cNvSpPr>
          <p:nvPr>
            <p:ph type="ftr" sz="quarter" idx="11"/>
          </p:nvPr>
        </p:nvSpPr>
        <p:spPr/>
        <p:txBody>
          <a:bodyPr/>
          <a:lstStyle/>
          <a:p>
            <a:r>
              <a:rPr lang="en-US"/>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03861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42C8C57-33F9-4259-AC4F-0E3F5BEC9B94}" type="datetimeFigureOut">
              <a:rPr lang="en-US" dirty="0"/>
              <a:t>10/2/2025</a:t>
            </a:fld>
            <a:endParaRPr lang="en-US"/>
          </a:p>
        </p:txBody>
      </p:sp>
      <p:sp>
        <p:nvSpPr>
          <p:cNvPr id="5" name="Footer Placeholder 4"/>
          <p:cNvSpPr>
            <a:spLocks noGrp="1"/>
          </p:cNvSpPr>
          <p:nvPr>
            <p:ph type="ftr" sz="quarter" idx="11"/>
          </p:nvPr>
        </p:nvSpPr>
        <p:spPr/>
        <p:txBody>
          <a:bodyPr/>
          <a:lstStyle/>
          <a:p>
            <a:r>
              <a:rPr lang="en-US"/>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625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48772B-8FA2-401F-A0A1-A59855EDBC3E}" type="datetimeFigureOut">
              <a:rPr lang="en-US" dirty="0"/>
              <a:t>10/2/2025</a:t>
            </a:fld>
            <a:endParaRPr lang="en-US"/>
          </a:p>
        </p:txBody>
      </p:sp>
      <p:sp>
        <p:nvSpPr>
          <p:cNvPr id="5" name="Footer Placeholder 4"/>
          <p:cNvSpPr>
            <a:spLocks noGrp="1"/>
          </p:cNvSpPr>
          <p:nvPr>
            <p:ph type="ftr" sz="quarter" idx="11"/>
          </p:nvPr>
        </p:nvSpPr>
        <p:spPr/>
        <p:txBody>
          <a:bodyPr/>
          <a:lstStyle/>
          <a:p>
            <a:r>
              <a:rPr lang="en-US"/>
              <a:t>
              </a:t>
            </a:r>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56927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DD5BDE-5A90-4611-82E9-0FC5746D30C5}" type="datetimeFigureOut">
              <a:rPr lang="en-US" dirty="0"/>
              <a:t>10/2/2025</a:t>
            </a:fld>
            <a:endParaRPr lang="en-US"/>
          </a:p>
        </p:txBody>
      </p:sp>
      <p:sp>
        <p:nvSpPr>
          <p:cNvPr id="5" name="Footer Placeholder 4"/>
          <p:cNvSpPr>
            <a:spLocks noGrp="1"/>
          </p:cNvSpPr>
          <p:nvPr>
            <p:ph type="ftr" sz="quarter" idx="11"/>
          </p:nvPr>
        </p:nvSpPr>
        <p:spPr/>
        <p:txBody>
          <a:bodyPr/>
          <a:lstStyle/>
          <a:p>
            <a:r>
              <a:rPr lang="en-US"/>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52451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DDA17D-0BEA-4E76-A7FC-F7C188BC48D1}" type="datetimeFigureOut">
              <a:rPr lang="en-US" dirty="0"/>
              <a:t>10/2/2025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79650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09AC7D-18CA-4236-82B9-D75EB1D66EAE}" type="datetimeFigureOut">
              <a:rPr lang="en-US" dirty="0"/>
              <a:t>10/2/2025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78244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68300E-C023-45CD-A0BE-EDB7A8C6EA8B}" type="datetimeFigureOut">
              <a:rPr lang="en-US" dirty="0"/>
              <a:t>10/2/2025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28802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620EAD-E369-4933-8469-ED7764B56A1B}" type="datetimeFigureOut">
              <a:rPr lang="en-US" dirty="0"/>
              <a:t>10/2/2025</a:t>
            </a:fld>
            <a:endParaRPr lang="en-US"/>
          </a:p>
        </p:txBody>
      </p:sp>
      <p:sp>
        <p:nvSpPr>
          <p:cNvPr id="5" name="Footer Placeholder 4"/>
          <p:cNvSpPr>
            <a:spLocks noGrp="1"/>
          </p:cNvSpPr>
          <p:nvPr>
            <p:ph type="ftr" sz="quarter" idx="11"/>
          </p:nvPr>
        </p:nvSpPr>
        <p:spPr/>
        <p:txBody>
          <a:bodyPr/>
          <a:lstStyle/>
          <a:p>
            <a:r>
              <a:rPr lang="en-US"/>
              <a:t>
              </a:t>
            </a:r>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13618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90786BE5-D2A3-4BF0-8B30-D7403E61B3DC}" type="datetimeFigureOut">
              <a:rPr lang="en-US" dirty="0"/>
              <a:t>10/2/2025</a:t>
            </a:fld>
            <a:endParaRPr lang="en-US"/>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r>
              <a:rPr lang="en-US"/>
              <a:t>
              </a:t>
            </a:r>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48224701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474BD5-5CDD-4624-B265-461D5D2FA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6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89C082B5-9FB8-47CC-AE81-E993CEC17D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1" name="Rectangle 10">
              <a:extLst>
                <a:ext uri="{FF2B5EF4-FFF2-40B4-BE49-F238E27FC236}">
                  <a16:creationId xmlns:a16="http://schemas.microsoft.com/office/drawing/2014/main" id="{49775A48-EE8C-4715-94E0-D6CC9F99A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Oval 22">
              <a:extLst>
                <a:ext uri="{FF2B5EF4-FFF2-40B4-BE49-F238E27FC236}">
                  <a16:creationId xmlns:a16="http://schemas.microsoft.com/office/drawing/2014/main" id="{DA7DF42E-92EA-43F7-B3B1-AF3704E37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a:extLst>
                <a:ext uri="{FF2B5EF4-FFF2-40B4-BE49-F238E27FC236}">
                  <a16:creationId xmlns:a16="http://schemas.microsoft.com/office/drawing/2014/main" id="{19381BF3-00FA-475A-AF22-25E832179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9327A924-89E3-4A90-B5A4-93D47D6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a:extLst>
                <a:ext uri="{FF2B5EF4-FFF2-40B4-BE49-F238E27FC236}">
                  <a16:creationId xmlns:a16="http://schemas.microsoft.com/office/drawing/2014/main" id="{3FEF908F-83B8-4DD0-8A1B-F1F735BE9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a:extLst>
                <a:ext uri="{FF2B5EF4-FFF2-40B4-BE49-F238E27FC236}">
                  <a16:creationId xmlns:a16="http://schemas.microsoft.com/office/drawing/2014/main" id="{9C3956E1-F253-4F36-84D5-22D5373F02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5" name="Freeform 5">
              <a:extLst>
                <a:ext uri="{FF2B5EF4-FFF2-40B4-BE49-F238E27FC236}">
                  <a16:creationId xmlns:a16="http://schemas.microsoft.com/office/drawing/2014/main" id="{68E0CC82-48EE-47B3-8BF4-8C58CF31CE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6" name="Rectangle 25">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1683171" y="1143000"/>
            <a:ext cx="8825658" cy="3389217"/>
          </a:xfrm>
        </p:spPr>
        <p:txBody>
          <a:bodyPr anchor="ctr">
            <a:normAutofit/>
          </a:bodyPr>
          <a:lstStyle/>
          <a:p>
            <a:pPr algn="ctr"/>
            <a:r>
              <a:rPr lang="en-US" sz="6100">
                <a:solidFill>
                  <a:srgbClr val="FFFFFF"/>
                </a:solidFill>
                <a:ea typeface="+mj-lt"/>
                <a:cs typeface="+mj-lt"/>
              </a:rPr>
              <a:t>RECAP — </a:t>
            </a:r>
            <a:r>
              <a:rPr lang="en-US" sz="6100" i="1">
                <a:solidFill>
                  <a:srgbClr val="FFFFFF"/>
                </a:solidFill>
                <a:ea typeface="+mj-lt"/>
                <a:cs typeface="+mj-lt"/>
              </a:rPr>
              <a:t>Rapid Event-level Classification of Affected Properties</a:t>
            </a:r>
          </a:p>
        </p:txBody>
      </p:sp>
      <p:sp>
        <p:nvSpPr>
          <p:cNvPr id="3" name="Subtitle 2"/>
          <p:cNvSpPr>
            <a:spLocks noGrp="1"/>
          </p:cNvSpPr>
          <p:nvPr>
            <p:ph type="subTitle" idx="1"/>
          </p:nvPr>
        </p:nvSpPr>
        <p:spPr>
          <a:xfrm>
            <a:off x="1683171" y="5240851"/>
            <a:ext cx="8825658" cy="828932"/>
          </a:xfrm>
        </p:spPr>
        <p:txBody>
          <a:bodyPr vert="horz" lIns="91440" tIns="45720" rIns="91440" bIns="45720" rtlCol="0">
            <a:normAutofit/>
          </a:bodyPr>
          <a:lstStyle/>
          <a:p>
            <a:pPr algn="ctr"/>
            <a:r>
              <a:rPr lang="en-US" sz="2400">
                <a:solidFill>
                  <a:schemeClr val="tx2"/>
                </a:solidFill>
              </a:rPr>
              <a:t>By: Yatin Raju, Aryan Anand, and Sri Satishkumar</a:t>
            </a:r>
          </a:p>
          <a:p>
            <a:pPr algn="ctr"/>
            <a:endParaRPr lang="en-US" sz="2400">
              <a:solidFill>
                <a:schemeClr val="tx2"/>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4C639-5D7B-CCDA-6A61-C042C204B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074C0-48F0-5070-8168-206845E65CC2}"/>
              </a:ext>
            </a:extLst>
          </p:cNvPr>
          <p:cNvSpPr>
            <a:spLocks noGrp="1"/>
          </p:cNvSpPr>
          <p:nvPr>
            <p:ph type="title"/>
          </p:nvPr>
        </p:nvSpPr>
        <p:spPr/>
        <p:txBody>
          <a:bodyPr/>
          <a:lstStyle/>
          <a:p>
            <a:r>
              <a:rPr lang="en-US"/>
              <a:t>Project Recap:</a:t>
            </a:r>
          </a:p>
        </p:txBody>
      </p:sp>
      <p:sp>
        <p:nvSpPr>
          <p:cNvPr id="3" name="Content Placeholder 2">
            <a:extLst>
              <a:ext uri="{FF2B5EF4-FFF2-40B4-BE49-F238E27FC236}">
                <a16:creationId xmlns:a16="http://schemas.microsoft.com/office/drawing/2014/main" id="{D897C7A4-911E-12C3-77DB-E5FC91F63121}"/>
              </a:ext>
            </a:extLst>
          </p:cNvPr>
          <p:cNvSpPr>
            <a:spLocks noGrp="1"/>
          </p:cNvSpPr>
          <p:nvPr>
            <p:ph idx="1"/>
          </p:nvPr>
        </p:nvSpPr>
        <p:spPr/>
        <p:txBody>
          <a:bodyPr vert="horz" lIns="91440" tIns="45720" rIns="91440" bIns="45720" rtlCol="0" anchor="t">
            <a:normAutofit/>
          </a:bodyPr>
          <a:lstStyle/>
          <a:p>
            <a:pPr marL="0" indent="0">
              <a:buNone/>
            </a:pPr>
            <a:endParaRPr lang="en-US"/>
          </a:p>
          <a:p>
            <a:pPr marL="285750" indent="-285750">
              <a:buFont typeface="Wingdings" charset="2"/>
              <a:buChar char="Ø"/>
            </a:pPr>
            <a:endParaRPr lang="en-US">
              <a:ea typeface="+mn-lt"/>
              <a:cs typeface="+mn-lt"/>
            </a:endParaRPr>
          </a:p>
        </p:txBody>
      </p:sp>
      <p:sp>
        <p:nvSpPr>
          <p:cNvPr id="4" name="TextBox 3">
            <a:extLst>
              <a:ext uri="{FF2B5EF4-FFF2-40B4-BE49-F238E27FC236}">
                <a16:creationId xmlns:a16="http://schemas.microsoft.com/office/drawing/2014/main" id="{E91D94FF-8AFE-D201-914C-1FF8D28A2DE5}"/>
              </a:ext>
            </a:extLst>
          </p:cNvPr>
          <p:cNvSpPr txBox="1"/>
          <p:nvPr/>
        </p:nvSpPr>
        <p:spPr>
          <a:xfrm>
            <a:off x="722420" y="2628380"/>
            <a:ext cx="10882417"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Satellite imagery used for post-disaster building damage assessment</a:t>
            </a:r>
            <a:endParaRPr lang="en-US"/>
          </a:p>
          <a:p>
            <a:endParaRPr lang="en-US"/>
          </a:p>
          <a:p>
            <a:pPr marL="285750" indent="-285750">
              <a:buFont typeface="Wingdings"/>
              <a:buChar char="Ø"/>
            </a:pPr>
            <a:r>
              <a:rPr lang="en-US">
                <a:ea typeface="+mn-lt"/>
                <a:cs typeface="+mn-lt"/>
              </a:rPr>
              <a:t>Four categories: No Damage, Minor, Major, Destroyed</a:t>
            </a:r>
            <a:endParaRPr lang="en-US"/>
          </a:p>
          <a:p>
            <a:endParaRPr lang="en-US"/>
          </a:p>
          <a:p>
            <a:pPr marL="285750" indent="-285750">
              <a:buFont typeface="Wingdings"/>
              <a:buChar char="Ø"/>
            </a:pPr>
            <a:r>
              <a:rPr lang="en-US">
                <a:ea typeface="+mn-lt"/>
                <a:cs typeface="+mn-lt"/>
              </a:rPr>
              <a:t>Goal: provide fast, accurate, scalable classifications</a:t>
            </a:r>
            <a:endParaRPr lang="en-US"/>
          </a:p>
          <a:p>
            <a:endParaRPr lang="en-US"/>
          </a:p>
          <a:p>
            <a:pPr marL="285750" indent="-285750">
              <a:buFont typeface="Wingdings"/>
              <a:buChar char="Ø"/>
            </a:pPr>
            <a:r>
              <a:rPr lang="en-US">
                <a:ea typeface="+mn-lt"/>
                <a:cs typeface="+mn-lt"/>
              </a:rPr>
              <a:t>Supports first responders &amp; recovery efforts</a:t>
            </a:r>
            <a:endParaRPr lang="en-US"/>
          </a:p>
          <a:p>
            <a:endParaRPr lang="en-US"/>
          </a:p>
          <a:p>
            <a:endParaRPr lang="en-US"/>
          </a:p>
        </p:txBody>
      </p:sp>
    </p:spTree>
    <p:extLst>
      <p:ext uri="{BB962C8B-B14F-4D97-AF65-F5344CB8AC3E}">
        <p14:creationId xmlns:p14="http://schemas.microsoft.com/office/powerpoint/2010/main" val="2502247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A8E9-B8BC-57B9-EFC4-195889C99D17}"/>
              </a:ext>
            </a:extLst>
          </p:cNvPr>
          <p:cNvSpPr>
            <a:spLocks noGrp="1"/>
          </p:cNvSpPr>
          <p:nvPr>
            <p:ph type="title"/>
          </p:nvPr>
        </p:nvSpPr>
        <p:spPr/>
        <p:txBody>
          <a:bodyPr/>
          <a:lstStyle/>
          <a:p>
            <a:r>
              <a:rPr lang="en-US"/>
              <a:t>Key challenges:</a:t>
            </a:r>
          </a:p>
        </p:txBody>
      </p:sp>
      <p:sp>
        <p:nvSpPr>
          <p:cNvPr id="3" name="Content Placeholder 2">
            <a:extLst>
              <a:ext uri="{FF2B5EF4-FFF2-40B4-BE49-F238E27FC236}">
                <a16:creationId xmlns:a16="http://schemas.microsoft.com/office/drawing/2014/main" id="{E5C4B282-2C98-897B-F1BD-F84CABB8C40A}"/>
              </a:ext>
            </a:extLst>
          </p:cNvPr>
          <p:cNvSpPr>
            <a:spLocks noGrp="1"/>
          </p:cNvSpPr>
          <p:nvPr>
            <p:ph idx="1"/>
          </p:nvPr>
        </p:nvSpPr>
        <p:spPr/>
        <p:txBody>
          <a:bodyPr vert="horz" lIns="91440" tIns="45720" rIns="91440" bIns="45720" rtlCol="0" anchor="t">
            <a:normAutofit lnSpcReduction="10000"/>
          </a:bodyPr>
          <a:lstStyle/>
          <a:p>
            <a:pPr marL="0" indent="0">
              <a:buNone/>
            </a:pPr>
            <a:r>
              <a:rPr lang="en-US">
                <a:ea typeface="+mn-lt"/>
                <a:cs typeface="+mn-lt"/>
              </a:rPr>
              <a:t>Latency challenge</a:t>
            </a:r>
          </a:p>
          <a:p>
            <a:pPr marL="285750" indent="-285750">
              <a:buFont typeface="Wingdings" charset="2"/>
              <a:buChar char="Ø"/>
            </a:pPr>
            <a:r>
              <a:rPr lang="en-US">
                <a:ea typeface="+mn-lt"/>
                <a:cs typeface="+mn-lt"/>
              </a:rPr>
              <a:t>Our pipeline must process thousands of 512×512 tiles on CPU-only machines which results in super long training periods. </a:t>
            </a:r>
          </a:p>
          <a:p>
            <a:pPr marL="285750" indent="-285750">
              <a:buFont typeface="Wingdings" charset="2"/>
              <a:buChar char="Ø"/>
            </a:pPr>
            <a:r>
              <a:rPr lang="en-US">
                <a:ea typeface="+mn-lt"/>
                <a:cs typeface="+mn-lt"/>
              </a:rPr>
              <a:t>If p95 time per tile is too high, the end-to-end map takes hours.</a:t>
            </a:r>
            <a:endParaRPr lang="en-US"/>
          </a:p>
          <a:p>
            <a:pPr marL="285750" indent="-285750">
              <a:buFont typeface="Wingdings" charset="2"/>
              <a:buChar char="Ø"/>
            </a:pPr>
            <a:endParaRPr lang="en-US">
              <a:ea typeface="+mn-lt"/>
              <a:cs typeface="+mn-lt"/>
            </a:endParaRPr>
          </a:p>
          <a:p>
            <a:pPr marL="0" indent="0">
              <a:buNone/>
            </a:pPr>
            <a:r>
              <a:rPr lang="en-US" err="1">
                <a:ea typeface="+mn-lt"/>
                <a:cs typeface="+mn-lt"/>
              </a:rPr>
              <a:t>GeoTIFF</a:t>
            </a:r>
            <a:r>
              <a:rPr lang="en-US">
                <a:ea typeface="+mn-lt"/>
                <a:cs typeface="+mn-lt"/>
              </a:rPr>
              <a:t> challenge (blocking map UX)</a:t>
            </a:r>
            <a:endParaRPr lang="en-US"/>
          </a:p>
          <a:p>
            <a:pPr>
              <a:buFont typeface="Wingdings" charset="2"/>
              <a:buChar char="Ø"/>
            </a:pPr>
            <a:r>
              <a:rPr lang="en-US">
                <a:ea typeface="+mn-lt"/>
                <a:cs typeface="+mn-lt"/>
              </a:rPr>
              <a:t>The </a:t>
            </a:r>
            <a:r>
              <a:rPr lang="en-US" err="1">
                <a:ea typeface="+mn-lt"/>
                <a:cs typeface="+mn-lt"/>
              </a:rPr>
              <a:t>xBD</a:t>
            </a:r>
            <a:r>
              <a:rPr lang="en-US">
                <a:ea typeface="+mn-lt"/>
                <a:cs typeface="+mn-lt"/>
              </a:rPr>
              <a:t> split we use provides PNG chips + JSON masks but no </a:t>
            </a:r>
            <a:r>
              <a:rPr lang="en-US" err="1">
                <a:ea typeface="+mn-lt"/>
                <a:cs typeface="+mn-lt"/>
              </a:rPr>
              <a:t>lat</a:t>
            </a:r>
            <a:r>
              <a:rPr lang="en-US">
                <a:ea typeface="+mn-lt"/>
                <a:cs typeface="+mn-lt"/>
              </a:rPr>
              <a:t>/</a:t>
            </a:r>
            <a:r>
              <a:rPr lang="en-US" err="1">
                <a:ea typeface="+mn-lt"/>
                <a:cs typeface="+mn-lt"/>
              </a:rPr>
              <a:t>lon</a:t>
            </a:r>
            <a:r>
              <a:rPr lang="en-US">
                <a:ea typeface="+mn-lt"/>
                <a:cs typeface="+mn-lt"/>
              </a:rPr>
              <a:t>. True georeferencing lives only in a ~131 GB </a:t>
            </a:r>
            <a:r>
              <a:rPr lang="en-US" err="1">
                <a:ea typeface="+mn-lt"/>
                <a:cs typeface="+mn-lt"/>
              </a:rPr>
              <a:t>GeoTIFF</a:t>
            </a:r>
            <a:r>
              <a:rPr lang="en-US">
                <a:ea typeface="+mn-lt"/>
                <a:cs typeface="+mn-lt"/>
              </a:rPr>
              <a:t> per event. </a:t>
            </a:r>
          </a:p>
          <a:p>
            <a:pPr>
              <a:buFont typeface="Wingdings" charset="2"/>
              <a:buChar char="Ø"/>
            </a:pPr>
            <a:r>
              <a:rPr lang="en-US">
                <a:ea typeface="+mn-lt"/>
                <a:cs typeface="+mn-lt"/>
              </a:rPr>
              <a:t>We can’t plot results on a real basemap yet; the demo shows pixel-space points</a:t>
            </a:r>
            <a:endParaRPr lang="en-US"/>
          </a:p>
          <a:p>
            <a:pPr marL="285750" indent="-285750">
              <a:buFont typeface="Wingdings" charset="2"/>
              <a:buChar char="Ø"/>
            </a:pPr>
            <a:endParaRPr lang="en-US">
              <a:ea typeface="+mn-lt"/>
              <a:cs typeface="+mn-lt"/>
            </a:endParaRPr>
          </a:p>
        </p:txBody>
      </p:sp>
    </p:spTree>
    <p:extLst>
      <p:ext uri="{BB962C8B-B14F-4D97-AF65-F5344CB8AC3E}">
        <p14:creationId xmlns:p14="http://schemas.microsoft.com/office/powerpoint/2010/main" val="2687780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53EC0-3158-3647-70F7-E18CB5DF38A5}"/>
              </a:ext>
            </a:extLst>
          </p:cNvPr>
          <p:cNvSpPr>
            <a:spLocks noGrp="1"/>
          </p:cNvSpPr>
          <p:nvPr>
            <p:ph type="title"/>
          </p:nvPr>
        </p:nvSpPr>
        <p:spPr/>
        <p:txBody>
          <a:bodyPr/>
          <a:lstStyle/>
          <a:p>
            <a:r>
              <a:rPr lang="en-US"/>
              <a:t>Approaches</a:t>
            </a:r>
          </a:p>
        </p:txBody>
      </p:sp>
      <p:sp>
        <p:nvSpPr>
          <p:cNvPr id="3" name="Content Placeholder 2">
            <a:extLst>
              <a:ext uri="{FF2B5EF4-FFF2-40B4-BE49-F238E27FC236}">
                <a16:creationId xmlns:a16="http://schemas.microsoft.com/office/drawing/2014/main" id="{8FDA5B7E-EA13-50E2-B2D9-F7128F9E9FE1}"/>
              </a:ext>
            </a:extLst>
          </p:cNvPr>
          <p:cNvSpPr>
            <a:spLocks noGrp="1"/>
          </p:cNvSpPr>
          <p:nvPr>
            <p:ph idx="1"/>
          </p:nvPr>
        </p:nvSpPr>
        <p:spPr>
          <a:xfrm>
            <a:off x="738437" y="2834138"/>
            <a:ext cx="4583481" cy="3416300"/>
          </a:xfrm>
        </p:spPr>
        <p:txBody>
          <a:bodyPr vert="horz" lIns="91440" tIns="45720" rIns="91440" bIns="45720" rtlCol="0" anchor="t">
            <a:normAutofit fontScale="70000" lnSpcReduction="20000"/>
          </a:bodyPr>
          <a:lstStyle/>
          <a:p>
            <a:pPr>
              <a:buFont typeface="Wingdings 3"/>
              <a:buChar char=""/>
            </a:pPr>
            <a:r>
              <a:rPr lang="en-US" b="1">
                <a:ea typeface="+mn-lt"/>
                <a:cs typeface="+mn-lt"/>
              </a:rPr>
              <a:t>Object-aware &amp; interpretable:</a:t>
            </a:r>
            <a:r>
              <a:rPr lang="en-US">
                <a:ea typeface="+mn-lt"/>
                <a:cs typeface="+mn-lt"/>
              </a:rPr>
              <a:t> First find </a:t>
            </a:r>
            <a:r>
              <a:rPr lang="en-US" b="1">
                <a:ea typeface="+mn-lt"/>
                <a:cs typeface="+mn-lt"/>
              </a:rPr>
              <a:t>buildings</a:t>
            </a:r>
            <a:r>
              <a:rPr lang="en-US">
                <a:ea typeface="+mn-lt"/>
                <a:cs typeface="+mn-lt"/>
              </a:rPr>
              <a:t> (Stage-1), then grade </a:t>
            </a:r>
            <a:r>
              <a:rPr lang="en-US" b="1">
                <a:ea typeface="+mn-lt"/>
                <a:cs typeface="+mn-lt"/>
              </a:rPr>
              <a:t>each building’s</a:t>
            </a:r>
            <a:r>
              <a:rPr lang="en-US">
                <a:ea typeface="+mn-lt"/>
                <a:cs typeface="+mn-lt"/>
              </a:rPr>
              <a:t> damage (Stage-2). Outputs are per-building labels, confidences, and overlays—easy for responders to trust and act on.</a:t>
            </a:r>
            <a:endParaRPr lang="en-US"/>
          </a:p>
          <a:p>
            <a:pPr>
              <a:buFont typeface="Wingdings 3"/>
              <a:buChar char=""/>
            </a:pPr>
            <a:r>
              <a:rPr lang="en-US" b="1">
                <a:ea typeface="+mn-lt"/>
                <a:cs typeface="+mn-lt"/>
              </a:rPr>
              <a:t>Leverages “before vs after” signal:</a:t>
            </a:r>
            <a:r>
              <a:rPr lang="en-US">
                <a:ea typeface="+mn-lt"/>
                <a:cs typeface="+mn-lt"/>
              </a:rPr>
              <a:t> A Siamese ResNet-18 compares </a:t>
            </a:r>
            <a:r>
              <a:rPr lang="en-US" b="1">
                <a:ea typeface="+mn-lt"/>
                <a:cs typeface="+mn-lt"/>
              </a:rPr>
              <a:t>pre vs post</a:t>
            </a:r>
            <a:r>
              <a:rPr lang="en-US">
                <a:ea typeface="+mn-lt"/>
                <a:cs typeface="+mn-lt"/>
              </a:rPr>
              <a:t> crops to focus on </a:t>
            </a:r>
            <a:r>
              <a:rPr lang="en-US" i="1">
                <a:ea typeface="+mn-lt"/>
                <a:cs typeface="+mn-lt"/>
              </a:rPr>
              <a:t>what changed</a:t>
            </a:r>
            <a:r>
              <a:rPr lang="en-US">
                <a:ea typeface="+mn-lt"/>
                <a:cs typeface="+mn-lt"/>
              </a:rPr>
              <a:t>, reducing noise from background clutter and lighting differences.</a:t>
            </a:r>
            <a:endParaRPr lang="en-US"/>
          </a:p>
          <a:p>
            <a:pPr>
              <a:buFont typeface="Wingdings 3"/>
              <a:buChar char=""/>
            </a:pPr>
            <a:r>
              <a:rPr lang="en-US" b="1">
                <a:ea typeface="+mn-lt"/>
                <a:cs typeface="+mn-lt"/>
              </a:rPr>
              <a:t>Modular &amp; </a:t>
            </a:r>
            <a:r>
              <a:rPr lang="en-US" b="1" err="1">
                <a:ea typeface="+mn-lt"/>
                <a:cs typeface="+mn-lt"/>
              </a:rPr>
              <a:t>debuggable</a:t>
            </a:r>
            <a:r>
              <a:rPr lang="en-US" b="1">
                <a:ea typeface="+mn-lt"/>
                <a:cs typeface="+mn-lt"/>
              </a:rPr>
              <a:t>:</a:t>
            </a:r>
            <a:r>
              <a:rPr lang="en-US">
                <a:ea typeface="+mn-lt"/>
                <a:cs typeface="+mn-lt"/>
              </a:rPr>
              <a:t> You can improve or swap either stage independently (better seg model, better classifier) and diagnose errors (missed building vs misclassified damage) quickly.</a:t>
            </a:r>
            <a:endParaRPr lang="en-US"/>
          </a:p>
          <a:p>
            <a:pPr>
              <a:buFont typeface="Wingdings 3"/>
              <a:buChar char=""/>
            </a:pPr>
            <a:r>
              <a:rPr lang="en-US" b="1">
                <a:ea typeface="+mn-lt"/>
                <a:cs typeface="+mn-lt"/>
              </a:rPr>
              <a:t>Practical for class &amp; deployment:</a:t>
            </a:r>
            <a:r>
              <a:rPr lang="en-US">
                <a:ea typeface="+mn-lt"/>
                <a:cs typeface="+mn-lt"/>
              </a:rPr>
              <a:t> Uses standard </a:t>
            </a:r>
            <a:r>
              <a:rPr lang="en-US" err="1">
                <a:latin typeface="Consolas"/>
              </a:rPr>
              <a:t>torchvision</a:t>
            </a:r>
            <a:r>
              <a:rPr lang="en-US">
                <a:ea typeface="+mn-lt"/>
                <a:cs typeface="+mn-lt"/>
              </a:rPr>
              <a:t> models, trains on a laptop, and exports clean artifacts (CSV/</a:t>
            </a:r>
            <a:r>
              <a:rPr lang="en-US" err="1">
                <a:ea typeface="+mn-lt"/>
                <a:cs typeface="+mn-lt"/>
              </a:rPr>
              <a:t>GeoJSON</a:t>
            </a:r>
            <a:r>
              <a:rPr lang="en-US">
                <a:ea typeface="+mn-lt"/>
                <a:cs typeface="+mn-lt"/>
              </a:rPr>
              <a:t>/overlays) that plug straight into a simple app or map.</a:t>
            </a:r>
            <a:endParaRPr lang="en-US"/>
          </a:p>
          <a:p>
            <a:pPr marL="0" indent="0">
              <a:buNone/>
            </a:pPr>
            <a:endParaRPr lang="en-US"/>
          </a:p>
        </p:txBody>
      </p:sp>
      <p:pic>
        <p:nvPicPr>
          <p:cNvPr id="6" name="Graphic 5" descr="Line arrow: Straight outline">
            <a:extLst>
              <a:ext uri="{FF2B5EF4-FFF2-40B4-BE49-F238E27FC236}">
                <a16:creationId xmlns:a16="http://schemas.microsoft.com/office/drawing/2014/main" id="{C89BBA72-6DD5-6469-3345-7A0CCABDEB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612033" y="4844689"/>
            <a:ext cx="6805445" cy="1056289"/>
          </a:xfrm>
          <a:prstGeom prst="rect">
            <a:avLst/>
          </a:prstGeom>
        </p:spPr>
      </p:pic>
      <p:sp>
        <p:nvSpPr>
          <p:cNvPr id="7" name="TextBox 6">
            <a:extLst>
              <a:ext uri="{FF2B5EF4-FFF2-40B4-BE49-F238E27FC236}">
                <a16:creationId xmlns:a16="http://schemas.microsoft.com/office/drawing/2014/main" id="{001DED4C-4BED-CBCD-B862-88F418FCBB60}"/>
              </a:ext>
            </a:extLst>
          </p:cNvPr>
          <p:cNvSpPr txBox="1"/>
          <p:nvPr/>
        </p:nvSpPr>
        <p:spPr>
          <a:xfrm>
            <a:off x="6576610" y="2381329"/>
            <a:ext cx="52771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Approach #2</a:t>
            </a:r>
          </a:p>
        </p:txBody>
      </p:sp>
      <p:sp>
        <p:nvSpPr>
          <p:cNvPr id="5" name="Content Placeholder 2">
            <a:extLst>
              <a:ext uri="{FF2B5EF4-FFF2-40B4-BE49-F238E27FC236}">
                <a16:creationId xmlns:a16="http://schemas.microsoft.com/office/drawing/2014/main" id="{E50CBF6C-9DEF-BADE-28F7-959C33385E41}"/>
              </a:ext>
            </a:extLst>
          </p:cNvPr>
          <p:cNvSpPr txBox="1">
            <a:spLocks/>
          </p:cNvSpPr>
          <p:nvPr/>
        </p:nvSpPr>
        <p:spPr>
          <a:xfrm>
            <a:off x="6575871" y="2746807"/>
            <a:ext cx="4335189" cy="315088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buFont typeface="Wingdings 3"/>
              <a:buChar char=""/>
            </a:pPr>
            <a:r>
              <a:rPr lang="en-US" sz="1200" b="1"/>
              <a:t>Straight to the point:</a:t>
            </a:r>
            <a:r>
              <a:rPr lang="en-US" sz="1200"/>
              <a:t> Instead of first detecting buildings, it trains directly on pre-cropped building images (“before” + “after”) from the dataset. This keeps the pipeline simple and fast.</a:t>
            </a:r>
            <a:endParaRPr lang="en-US"/>
          </a:p>
          <a:p>
            <a:pPr>
              <a:buFont typeface="Wingdings 3"/>
              <a:buChar char=""/>
            </a:pPr>
            <a:r>
              <a:rPr lang="en-US" sz="1200" b="1"/>
              <a:t>Handles imbalance:</a:t>
            </a:r>
            <a:r>
              <a:rPr lang="en-US" sz="1200"/>
              <a:t> Uses tricks like re-balancing and a special loss function so the model doesn’t just predict “no damage” all the time. Helps it pay more attention to the rarer “major” and “destroyed” cases.</a:t>
            </a:r>
            <a:endParaRPr lang="en-US"/>
          </a:p>
          <a:p>
            <a:pPr>
              <a:buFont typeface="Wingdings 3"/>
              <a:buChar char=""/>
            </a:pPr>
            <a:r>
              <a:rPr lang="en-US" sz="1200" b="1"/>
              <a:t>Well-tuned training</a:t>
            </a:r>
            <a:r>
              <a:rPr lang="en-US" sz="1200"/>
              <a:t>: Runs on a ResNet model adjusted to take both before/after images. Training uses modern settings (</a:t>
            </a:r>
            <a:r>
              <a:rPr lang="en-US" sz="1200" err="1"/>
              <a:t>AdamW</a:t>
            </a:r>
            <a:r>
              <a:rPr lang="en-US" sz="1200"/>
              <a:t> optimizer, cosine learning rate schedule, checkpoints) and pre-saved chips for speed.</a:t>
            </a:r>
            <a:endParaRPr lang="en-US"/>
          </a:p>
          <a:p>
            <a:pPr>
              <a:buFont typeface="Wingdings 3"/>
              <a:buChar char=""/>
            </a:pPr>
            <a:r>
              <a:rPr lang="en-US" sz="1200" b="1"/>
              <a:t>Ready to show</a:t>
            </a:r>
            <a:r>
              <a:rPr lang="en-US" sz="1200"/>
              <a:t>: Outputs a clean CSV of predictions that feed right into our </a:t>
            </a:r>
            <a:r>
              <a:rPr lang="en-US" sz="1200" err="1"/>
              <a:t>Streamlit</a:t>
            </a:r>
            <a:r>
              <a:rPr lang="en-US" sz="1200"/>
              <a:t> app, where responders/classmates can see maps, filter results, view Grad-CAM explanations, and inspect individual buildings.</a:t>
            </a:r>
            <a:endParaRPr lang="en-US"/>
          </a:p>
        </p:txBody>
      </p:sp>
      <p:sp>
        <p:nvSpPr>
          <p:cNvPr id="8" name="TextBox 7">
            <a:extLst>
              <a:ext uri="{FF2B5EF4-FFF2-40B4-BE49-F238E27FC236}">
                <a16:creationId xmlns:a16="http://schemas.microsoft.com/office/drawing/2014/main" id="{E2D17889-96E7-B0E4-B973-126FC21826AE}"/>
              </a:ext>
            </a:extLst>
          </p:cNvPr>
          <p:cNvSpPr txBox="1"/>
          <p:nvPr/>
        </p:nvSpPr>
        <p:spPr>
          <a:xfrm>
            <a:off x="737463" y="2466946"/>
            <a:ext cx="52771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Approach #1</a:t>
            </a:r>
          </a:p>
        </p:txBody>
      </p:sp>
    </p:spTree>
    <p:extLst>
      <p:ext uri="{BB962C8B-B14F-4D97-AF65-F5344CB8AC3E}">
        <p14:creationId xmlns:p14="http://schemas.microsoft.com/office/powerpoint/2010/main" val="304932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DEAB43-BD00-302A-920A-9C41D29C8597}"/>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3F2C75E5-81F9-3CAD-E607-9E3C96A5FB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0" name="Rectangle 19">
              <a:extLst>
                <a:ext uri="{FF2B5EF4-FFF2-40B4-BE49-F238E27FC236}">
                  <a16:creationId xmlns:a16="http://schemas.microsoft.com/office/drawing/2014/main" id="{234B14F4-84FA-AFAF-4C8E-31F856A08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1" name="Freeform 5">
              <a:extLst>
                <a:ext uri="{FF2B5EF4-FFF2-40B4-BE49-F238E27FC236}">
                  <a16:creationId xmlns:a16="http://schemas.microsoft.com/office/drawing/2014/main" id="{9EF24D9B-FA6B-3A71-5084-027AB561E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cxnSp>
        <p:nvCxnSpPr>
          <p:cNvPr id="23" name="Straight Connector 22">
            <a:extLst>
              <a:ext uri="{FF2B5EF4-FFF2-40B4-BE49-F238E27FC236}">
                <a16:creationId xmlns:a16="http://schemas.microsoft.com/office/drawing/2014/main" id="{8EB73763-B615-3B4E-A606-2B0E9CC418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2" name="Picture 1" descr="A black background with red dots&#10;&#10;AI-generated content may be incorrect.">
            <a:extLst>
              <a:ext uri="{FF2B5EF4-FFF2-40B4-BE49-F238E27FC236}">
                <a16:creationId xmlns:a16="http://schemas.microsoft.com/office/drawing/2014/main" id="{0A0983B4-6005-8D2C-A46F-C926210163AA}"/>
              </a:ext>
            </a:extLst>
          </p:cNvPr>
          <p:cNvPicPr>
            <a:picLocks noChangeAspect="1"/>
          </p:cNvPicPr>
          <p:nvPr/>
        </p:nvPicPr>
        <p:blipFill>
          <a:blip r:embed="rId4"/>
          <a:stretch>
            <a:fillRect/>
          </a:stretch>
        </p:blipFill>
        <p:spPr>
          <a:xfrm>
            <a:off x="1057980" y="1566138"/>
            <a:ext cx="4618786" cy="4669972"/>
          </a:xfrm>
          <a:prstGeom prst="rect">
            <a:avLst/>
          </a:prstGeom>
        </p:spPr>
      </p:pic>
      <p:pic>
        <p:nvPicPr>
          <p:cNvPr id="3" name="Picture 2" descr="A flooded area with trees and a house&#10;&#10;AI-generated content may be incorrect.">
            <a:extLst>
              <a:ext uri="{FF2B5EF4-FFF2-40B4-BE49-F238E27FC236}">
                <a16:creationId xmlns:a16="http://schemas.microsoft.com/office/drawing/2014/main" id="{6B9FC401-BDBE-32ED-4B76-65891B8FA9A9}"/>
              </a:ext>
            </a:extLst>
          </p:cNvPr>
          <p:cNvPicPr>
            <a:picLocks noChangeAspect="1"/>
          </p:cNvPicPr>
          <p:nvPr/>
        </p:nvPicPr>
        <p:blipFill>
          <a:blip r:embed="rId5"/>
          <a:stretch>
            <a:fillRect/>
          </a:stretch>
        </p:blipFill>
        <p:spPr>
          <a:xfrm>
            <a:off x="6297685" y="1529268"/>
            <a:ext cx="4753999" cy="4724400"/>
          </a:xfrm>
          <a:prstGeom prst="rect">
            <a:avLst/>
          </a:prstGeom>
        </p:spPr>
      </p:pic>
      <p:sp>
        <p:nvSpPr>
          <p:cNvPr id="4" name="TextBox 3">
            <a:extLst>
              <a:ext uri="{FF2B5EF4-FFF2-40B4-BE49-F238E27FC236}">
                <a16:creationId xmlns:a16="http://schemas.microsoft.com/office/drawing/2014/main" id="{50C0C467-FE90-16C5-0462-3190F3BF8C66}"/>
              </a:ext>
            </a:extLst>
          </p:cNvPr>
          <p:cNvSpPr txBox="1"/>
          <p:nvPr/>
        </p:nvSpPr>
        <p:spPr>
          <a:xfrm>
            <a:off x="2534603" y="484104"/>
            <a:ext cx="711097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ea typeface="+mn-lt"/>
                <a:cs typeface="+mn-lt"/>
              </a:rPr>
              <a:t>Visualizing Damage Detection: Mask vs. Overlay</a:t>
            </a:r>
            <a:endParaRPr lang="en-US" sz="3200"/>
          </a:p>
        </p:txBody>
      </p:sp>
    </p:spTree>
    <p:extLst>
      <p:ext uri="{BB962C8B-B14F-4D97-AF65-F5344CB8AC3E}">
        <p14:creationId xmlns:p14="http://schemas.microsoft.com/office/powerpoint/2010/main" val="355029426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0" name="Rectangle 19">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1"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cxnSp>
        <p:nvCxnSpPr>
          <p:cNvPr id="23" name="Straight Connector 22">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6" name="Picture 5" descr="A collage of images of buildings and trees&#10;&#10;AI-generated content may be incorrect.">
            <a:extLst>
              <a:ext uri="{FF2B5EF4-FFF2-40B4-BE49-F238E27FC236}">
                <a16:creationId xmlns:a16="http://schemas.microsoft.com/office/drawing/2014/main" id="{A12FA305-E2BF-4086-933C-CC6CF671B27F}"/>
              </a:ext>
            </a:extLst>
          </p:cNvPr>
          <p:cNvPicPr>
            <a:picLocks noChangeAspect="1"/>
          </p:cNvPicPr>
          <p:nvPr/>
        </p:nvPicPr>
        <p:blipFill>
          <a:blip r:embed="rId4"/>
          <a:stretch>
            <a:fillRect/>
          </a:stretch>
        </p:blipFill>
        <p:spPr>
          <a:xfrm>
            <a:off x="654270" y="714030"/>
            <a:ext cx="10876936" cy="5436463"/>
          </a:xfrm>
          <a:prstGeom prst="rect">
            <a:avLst/>
          </a:prstGeom>
        </p:spPr>
      </p:pic>
    </p:spTree>
    <p:extLst>
      <p:ext uri="{BB962C8B-B14F-4D97-AF65-F5344CB8AC3E}">
        <p14:creationId xmlns:p14="http://schemas.microsoft.com/office/powerpoint/2010/main" val="38745405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0D9FC72-6F9D-A482-7C1F-D83C1DF1EF21}"/>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C5098FA1-B6EB-E98D-743D-42FA7B71C4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0" name="Rectangle 19">
              <a:extLst>
                <a:ext uri="{FF2B5EF4-FFF2-40B4-BE49-F238E27FC236}">
                  <a16:creationId xmlns:a16="http://schemas.microsoft.com/office/drawing/2014/main" id="{995C240F-CF9F-3D88-0AA8-1A2A5C4F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1" name="Freeform 5">
              <a:extLst>
                <a:ext uri="{FF2B5EF4-FFF2-40B4-BE49-F238E27FC236}">
                  <a16:creationId xmlns:a16="http://schemas.microsoft.com/office/drawing/2014/main" id="{45EC123A-15BF-7591-FA1E-8BBDA3E91E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cxnSp>
        <p:nvCxnSpPr>
          <p:cNvPr id="23" name="Straight Connector 22">
            <a:extLst>
              <a:ext uri="{FF2B5EF4-FFF2-40B4-BE49-F238E27FC236}">
                <a16:creationId xmlns:a16="http://schemas.microsoft.com/office/drawing/2014/main" id="{425E5547-77D1-07D4-1B58-85E5D3412D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2" name="Picture 1" descr="A collage of images of buildings&#10;&#10;AI-generated content may be incorrect.">
            <a:extLst>
              <a:ext uri="{FF2B5EF4-FFF2-40B4-BE49-F238E27FC236}">
                <a16:creationId xmlns:a16="http://schemas.microsoft.com/office/drawing/2014/main" id="{0838FB52-9CC3-4545-DFEA-498526381A88}"/>
              </a:ext>
            </a:extLst>
          </p:cNvPr>
          <p:cNvPicPr>
            <a:picLocks noChangeAspect="1"/>
          </p:cNvPicPr>
          <p:nvPr/>
        </p:nvPicPr>
        <p:blipFill>
          <a:blip r:embed="rId4"/>
          <a:stretch>
            <a:fillRect/>
          </a:stretch>
        </p:blipFill>
        <p:spPr>
          <a:xfrm>
            <a:off x="685799" y="678980"/>
            <a:ext cx="10820401" cy="5489154"/>
          </a:xfrm>
          <a:prstGeom prst="rect">
            <a:avLst/>
          </a:prstGeom>
        </p:spPr>
      </p:pic>
    </p:spTree>
    <p:extLst>
      <p:ext uri="{BB962C8B-B14F-4D97-AF65-F5344CB8AC3E}">
        <p14:creationId xmlns:p14="http://schemas.microsoft.com/office/powerpoint/2010/main" val="391638071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4D4AA9-D92A-4A8B-E248-FEEDC523676F}"/>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789FE3FA-A44C-4C6B-9291-3D7327AF8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1" name="Rectangle 40">
            <a:extLst>
              <a:ext uri="{FF2B5EF4-FFF2-40B4-BE49-F238E27FC236}">
                <a16:creationId xmlns:a16="http://schemas.microsoft.com/office/drawing/2014/main" id="{46D75838-7FA2-4AAF-9C77-E34C3B4AD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dk2"/>
          </a:fillRef>
          <a:effectRef idx="0">
            <a:schemeClr val="accent1"/>
          </a:effectRef>
          <a:fontRef idx="minor">
            <a:schemeClr val="lt1"/>
          </a:fontRef>
        </p:style>
        <p:txBody>
          <a:bodyPr/>
          <a:lstStyle/>
          <a:p>
            <a:endParaRPr lang="en-US"/>
          </a:p>
        </p:txBody>
      </p:sp>
      <p:sp useBgFill="1">
        <p:nvSpPr>
          <p:cNvPr id="43" name="Rectangle 42">
            <a:extLst>
              <a:ext uri="{FF2B5EF4-FFF2-40B4-BE49-F238E27FC236}">
                <a16:creationId xmlns:a16="http://schemas.microsoft.com/office/drawing/2014/main" id="{206B0C47-1CFB-42F6-B66C-063C5B601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F85B938-6BC7-4B98-9953-B70B3646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2" name="Picture 1" descr="A pie chart with different colored circles&#10;&#10;AI-generated content may be incorrect.">
            <a:extLst>
              <a:ext uri="{FF2B5EF4-FFF2-40B4-BE49-F238E27FC236}">
                <a16:creationId xmlns:a16="http://schemas.microsoft.com/office/drawing/2014/main" id="{93221896-AE4C-65C5-D226-39FF896179D5}"/>
              </a:ext>
            </a:extLst>
          </p:cNvPr>
          <p:cNvPicPr>
            <a:picLocks noChangeAspect="1"/>
          </p:cNvPicPr>
          <p:nvPr/>
        </p:nvPicPr>
        <p:blipFill>
          <a:blip r:embed="rId3"/>
          <a:stretch>
            <a:fillRect/>
          </a:stretch>
        </p:blipFill>
        <p:spPr>
          <a:xfrm>
            <a:off x="1445220" y="1284394"/>
            <a:ext cx="4090327" cy="4283066"/>
          </a:xfrm>
          <a:prstGeom prst="rect">
            <a:avLst/>
          </a:prstGeom>
        </p:spPr>
      </p:pic>
      <p:pic>
        <p:nvPicPr>
          <p:cNvPr id="3" name="Picture 2" descr="A graph of damage class distribution&#10;&#10;AI-generated content may be incorrect.">
            <a:extLst>
              <a:ext uri="{FF2B5EF4-FFF2-40B4-BE49-F238E27FC236}">
                <a16:creationId xmlns:a16="http://schemas.microsoft.com/office/drawing/2014/main" id="{3633AF8A-927A-B2C7-0926-6B5FD66675C7}"/>
              </a:ext>
            </a:extLst>
          </p:cNvPr>
          <p:cNvPicPr>
            <a:picLocks noChangeAspect="1"/>
          </p:cNvPicPr>
          <p:nvPr/>
        </p:nvPicPr>
        <p:blipFill>
          <a:blip r:embed="rId4"/>
          <a:stretch>
            <a:fillRect/>
          </a:stretch>
        </p:blipFill>
        <p:spPr>
          <a:xfrm>
            <a:off x="6337301" y="1800459"/>
            <a:ext cx="4728634" cy="3250936"/>
          </a:xfrm>
          <a:prstGeom prst="rect">
            <a:avLst/>
          </a:prstGeom>
        </p:spPr>
      </p:pic>
    </p:spTree>
    <p:extLst>
      <p:ext uri="{BB962C8B-B14F-4D97-AF65-F5344CB8AC3E}">
        <p14:creationId xmlns:p14="http://schemas.microsoft.com/office/powerpoint/2010/main" val="806880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0003D7-F050-20D8-5444-FD1FB28ED387}"/>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3">
            <a:extLst>
              <a:ext uri="{FF2B5EF4-FFF2-40B4-BE49-F238E27FC236}">
                <a16:creationId xmlns:a16="http://schemas.microsoft.com/office/drawing/2014/main" id="{03927B42-381C-D72B-B299-40588D8681A7}"/>
              </a:ext>
            </a:extLst>
          </p:cNvPr>
          <p:cNvPicPr>
            <a:picLocks noChangeAspect="1"/>
          </p:cNvPicPr>
          <p:nvPr/>
        </p:nvPicPr>
        <p:blipFill>
          <a:blip r:embed="rId3"/>
          <a:stretch>
            <a:fillRect/>
          </a:stretch>
        </p:blipFill>
        <p:spPr>
          <a:xfrm>
            <a:off x="1126066" y="2108829"/>
            <a:ext cx="10035037" cy="2634196"/>
          </a:xfrm>
          <a:prstGeom prst="rect">
            <a:avLst/>
          </a:prstGeom>
        </p:spPr>
      </p:pic>
    </p:spTree>
    <p:extLst>
      <p:ext uri="{BB962C8B-B14F-4D97-AF65-F5344CB8AC3E}">
        <p14:creationId xmlns:p14="http://schemas.microsoft.com/office/powerpoint/2010/main" val="23980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4793-056D-845F-B928-1C68D521B319}"/>
              </a:ext>
            </a:extLst>
          </p:cNvPr>
          <p:cNvSpPr>
            <a:spLocks noGrp="1"/>
          </p:cNvSpPr>
          <p:nvPr>
            <p:ph type="title"/>
          </p:nvPr>
        </p:nvSpPr>
        <p:spPr/>
        <p:txBody>
          <a:bodyPr/>
          <a:lstStyle/>
          <a:p>
            <a:r>
              <a:rPr lang="en-US">
                <a:ea typeface="+mj-lt"/>
                <a:cs typeface="+mj-lt"/>
              </a:rPr>
              <a:t>Real Data &amp; What It Means</a:t>
            </a:r>
            <a:endParaRPr lang="en-US"/>
          </a:p>
        </p:txBody>
      </p:sp>
      <p:graphicFrame>
        <p:nvGraphicFramePr>
          <p:cNvPr id="10" name="Table 9">
            <a:extLst>
              <a:ext uri="{FF2B5EF4-FFF2-40B4-BE49-F238E27FC236}">
                <a16:creationId xmlns:a16="http://schemas.microsoft.com/office/drawing/2014/main" id="{D6EFD701-548B-FFBB-BD31-D56EECDC98BF}"/>
              </a:ext>
            </a:extLst>
          </p:cNvPr>
          <p:cNvGraphicFramePr>
            <a:graphicFrameLocks noGrp="1"/>
          </p:cNvGraphicFramePr>
          <p:nvPr>
            <p:extLst>
              <p:ext uri="{D42A27DB-BD31-4B8C-83A1-F6EECF244321}">
                <p14:modId xmlns:p14="http://schemas.microsoft.com/office/powerpoint/2010/main" val="244482902"/>
              </p:ext>
            </p:extLst>
          </p:nvPr>
        </p:nvGraphicFramePr>
        <p:xfrm>
          <a:off x="430161" y="2408902"/>
          <a:ext cx="4560599" cy="4193421"/>
        </p:xfrm>
        <a:graphic>
          <a:graphicData uri="http://schemas.openxmlformats.org/drawingml/2006/table">
            <a:tbl>
              <a:tblPr bandRow="1">
                <a:tableStyleId>{5C22544A-7EE6-4342-B048-85BDC9FD1C3A}</a:tableStyleId>
              </a:tblPr>
              <a:tblGrid>
                <a:gridCol w="4560599">
                  <a:extLst>
                    <a:ext uri="{9D8B030D-6E8A-4147-A177-3AD203B41FA5}">
                      <a16:colId xmlns:a16="http://schemas.microsoft.com/office/drawing/2014/main" val="425546564"/>
                    </a:ext>
                  </a:extLst>
                </a:gridCol>
              </a:tblGrid>
              <a:tr h="316485">
                <a:tc>
                  <a:txBody>
                    <a:bodyPr/>
                    <a:lstStyle/>
                    <a:p>
                      <a:pPr algn="l" rtl="0" fontAlgn="base">
                        <a:lnSpc>
                          <a:spcPts val="1350"/>
                        </a:lnSpc>
                        <a:buNone/>
                      </a:pPr>
                      <a:r>
                        <a:rPr lang="en-US" sz="1800" b="0" i="0" u="none" strike="noStrike">
                          <a:solidFill>
                            <a:srgbClr val="000000"/>
                          </a:solidFill>
                          <a:effectLst/>
                          <a:latin typeface="Century Gothic"/>
                        </a:rPr>
                        <a:t>Ke</a:t>
                      </a:r>
                      <a:r>
                        <a:rPr lang="en-US" sz="1800" b="0" i="0" u="none" strike="noStrike" noProof="0">
                          <a:solidFill>
                            <a:srgbClr val="000000"/>
                          </a:solidFill>
                          <a:effectLst/>
                          <a:latin typeface="Century Gothic"/>
                        </a:rPr>
                        <a:t>y Metrics </a:t>
                      </a:r>
                      <a:r>
                        <a:rPr lang="en-US" sz="1800" b="0" i="0" u="none" strike="noStrike" noProof="0">
                          <a:solidFill>
                            <a:srgbClr val="000000"/>
                          </a:solidFill>
                          <a:effectLst/>
                        </a:rPr>
                        <a:t>(Epoch 30)</a:t>
                      </a:r>
                      <a:r>
                        <a:rPr lang="en-US" sz="1800" b="0" i="0" u="none" strike="noStrike" noProof="0">
                          <a:solidFill>
                            <a:srgbClr val="000000"/>
                          </a:solidFill>
                          <a:effectLst/>
                          <a:latin typeface="Century Gothic"/>
                        </a:rPr>
                        <a:t>: </a:t>
                      </a:r>
                      <a:endParaRPr lang="en-US" sz="1800" b="0" i="0" u="none" strike="noStrike">
                        <a:solidFill>
                          <a:srgbClr val="000000"/>
                        </a:solidFill>
                        <a:effectLst/>
                        <a:latin typeface="Century Gothic"/>
                      </a:endParaRPr>
                    </a:p>
                  </a:txBody>
                  <a:tcPr marL="56693" marR="56693" marT="28346" marB="2834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622"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72301621"/>
                  </a:ext>
                </a:extLst>
              </a:tr>
              <a:tr h="3876936">
                <a:tc>
                  <a:txBody>
                    <a:bodyPr/>
                    <a:lstStyle/>
                    <a:p>
                      <a:pPr marL="0" lvl="0" indent="0" algn="l">
                        <a:lnSpc>
                          <a:spcPct val="100000"/>
                        </a:lnSpc>
                        <a:spcBef>
                          <a:spcPts val="0"/>
                        </a:spcBef>
                        <a:spcAft>
                          <a:spcPts val="0"/>
                        </a:spcAft>
                        <a:buClr>
                          <a:srgbClr val="000000"/>
                        </a:buClr>
                        <a:buFont typeface="Wingdings"/>
                        <a:buChar char="Ø"/>
                      </a:pPr>
                      <a:r>
                        <a:rPr lang="en-US" sz="1800" b="0" i="0" u="none" strike="noStrike" noProof="0">
                          <a:solidFill>
                            <a:srgbClr val="404040"/>
                          </a:solidFill>
                          <a:effectLst/>
                        </a:rPr>
                        <a:t>Loss: 0.0008 → very low, strong fit</a:t>
                      </a:r>
                      <a:endParaRPr lang="en-US"/>
                    </a:p>
                    <a:p>
                      <a:pPr marL="0" lvl="0" indent="0" algn="l">
                        <a:lnSpc>
                          <a:spcPct val="100000"/>
                        </a:lnSpc>
                        <a:spcBef>
                          <a:spcPts val="0"/>
                        </a:spcBef>
                        <a:spcAft>
                          <a:spcPts val="0"/>
                        </a:spcAft>
                        <a:buClr>
                          <a:srgbClr val="000000"/>
                        </a:buClr>
                        <a:buFont typeface="Wingdings"/>
                        <a:buChar char="Ø"/>
                      </a:pPr>
                      <a:endParaRPr lang="en-US"/>
                    </a:p>
                    <a:p>
                      <a:pPr marL="0" lvl="0" indent="0" algn="l">
                        <a:lnSpc>
                          <a:spcPct val="100000"/>
                        </a:lnSpc>
                        <a:spcBef>
                          <a:spcPts val="0"/>
                        </a:spcBef>
                        <a:spcAft>
                          <a:spcPts val="0"/>
                        </a:spcAft>
                        <a:buClr>
                          <a:srgbClr val="000000"/>
                        </a:buClr>
                        <a:buFont typeface="Wingdings"/>
                        <a:buChar char="Ø"/>
                      </a:pPr>
                      <a:r>
                        <a:rPr lang="en-US" sz="1800" b="0" i="0" u="none" strike="noStrike" noProof="0">
                          <a:solidFill>
                            <a:srgbClr val="404040"/>
                          </a:solidFill>
                          <a:effectLst/>
                        </a:rPr>
                        <a:t>Train Accuracy: 99.91% → excellent learning</a:t>
                      </a:r>
                      <a:endParaRPr lang="en-US"/>
                    </a:p>
                    <a:p>
                      <a:pPr marL="0" lvl="0" indent="0" algn="l">
                        <a:lnSpc>
                          <a:spcPct val="100000"/>
                        </a:lnSpc>
                        <a:spcBef>
                          <a:spcPts val="0"/>
                        </a:spcBef>
                        <a:spcAft>
                          <a:spcPts val="0"/>
                        </a:spcAft>
                        <a:buClr>
                          <a:srgbClr val="000000"/>
                        </a:buClr>
                        <a:buFont typeface="Wingdings"/>
                        <a:buChar char="Ø"/>
                      </a:pPr>
                      <a:endParaRPr lang="en-US"/>
                    </a:p>
                    <a:p>
                      <a:pPr marL="0" lvl="0" indent="0" algn="l">
                        <a:lnSpc>
                          <a:spcPct val="100000"/>
                        </a:lnSpc>
                        <a:spcBef>
                          <a:spcPts val="0"/>
                        </a:spcBef>
                        <a:spcAft>
                          <a:spcPts val="0"/>
                        </a:spcAft>
                        <a:buClr>
                          <a:srgbClr val="000000"/>
                        </a:buClr>
                        <a:buFont typeface="Wingdings"/>
                        <a:buChar char="Ø"/>
                      </a:pPr>
                      <a:r>
                        <a:rPr lang="en-US" sz="1800" b="0" i="0" u="none" strike="noStrike" noProof="0">
                          <a:solidFill>
                            <a:srgbClr val="404040"/>
                          </a:solidFill>
                          <a:effectLst/>
                        </a:rPr>
                        <a:t>Validation Accuracy: 88% → very strong generalization</a:t>
                      </a:r>
                      <a:endParaRPr lang="en-US"/>
                    </a:p>
                    <a:p>
                      <a:pPr marL="0" lvl="0" indent="0" algn="l">
                        <a:lnSpc>
                          <a:spcPct val="100000"/>
                        </a:lnSpc>
                        <a:spcBef>
                          <a:spcPts val="0"/>
                        </a:spcBef>
                        <a:spcAft>
                          <a:spcPts val="0"/>
                        </a:spcAft>
                        <a:buClr>
                          <a:srgbClr val="000000"/>
                        </a:buClr>
                        <a:buFont typeface="Wingdings"/>
                        <a:buChar char="Ø"/>
                      </a:pPr>
                      <a:endParaRPr lang="en-US"/>
                    </a:p>
                    <a:p>
                      <a:pPr marL="285750" marR="0" lvl="0" indent="-285750" algn="l">
                        <a:lnSpc>
                          <a:spcPct val="100000"/>
                        </a:lnSpc>
                        <a:spcBef>
                          <a:spcPts val="1000"/>
                        </a:spcBef>
                        <a:spcAft>
                          <a:spcPts val="0"/>
                        </a:spcAft>
                        <a:buClr>
                          <a:srgbClr val="000000"/>
                        </a:buClr>
                        <a:buFont typeface="Wingdings"/>
                        <a:buChar char="Ø"/>
                      </a:pPr>
                      <a:r>
                        <a:rPr lang="en-US" sz="1800" b="0" i="0" u="none" strike="noStrike" noProof="0">
                          <a:solidFill>
                            <a:srgbClr val="404040"/>
                          </a:solidFill>
                          <a:effectLst/>
                        </a:rPr>
                        <a:t>Macro F1 Score: 0.75 → strong balance across classes</a:t>
                      </a:r>
                      <a:endParaRPr lang="en-US"/>
                    </a:p>
                  </a:txBody>
                  <a:tcPr marL="56693" marR="56693" marT="28346" marB="28346">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62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675181691"/>
                  </a:ext>
                </a:extLst>
              </a:tr>
            </a:tbl>
          </a:graphicData>
        </a:graphic>
      </p:graphicFrame>
      <p:sp>
        <p:nvSpPr>
          <p:cNvPr id="12" name="TextBox 11">
            <a:extLst>
              <a:ext uri="{FF2B5EF4-FFF2-40B4-BE49-F238E27FC236}">
                <a16:creationId xmlns:a16="http://schemas.microsoft.com/office/drawing/2014/main" id="{6B561EAD-6531-220E-3A31-7C9D3B07C251}"/>
              </a:ext>
            </a:extLst>
          </p:cNvPr>
          <p:cNvSpPr txBox="1"/>
          <p:nvPr/>
        </p:nvSpPr>
        <p:spPr>
          <a:xfrm>
            <a:off x="5703254" y="2410265"/>
            <a:ext cx="618650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Detailed Class Metrics:</a:t>
            </a:r>
          </a:p>
          <a:p>
            <a:r>
              <a:rPr lang="en-US">
                <a:ea typeface="+mn-lt"/>
                <a:cs typeface="+mn-lt"/>
              </a:rPr>
              <a:t>No Damage</a:t>
            </a:r>
          </a:p>
          <a:p>
            <a:r>
              <a:rPr lang="en-US" err="1">
                <a:ea typeface="+mn-lt"/>
                <a:cs typeface="+mn-lt"/>
              </a:rPr>
              <a:t>Prec</a:t>
            </a:r>
            <a:r>
              <a:rPr lang="en-US">
                <a:ea typeface="+mn-lt"/>
                <a:cs typeface="+mn-lt"/>
              </a:rPr>
              <a:t>: 0.92, Rec: 0.96, F1: 0.94 → excellent on all fronts</a:t>
            </a:r>
            <a:endParaRPr lang="en-US"/>
          </a:p>
          <a:p>
            <a:endParaRPr lang="en-US"/>
          </a:p>
          <a:p>
            <a:r>
              <a:rPr lang="en-US">
                <a:ea typeface="+mn-lt"/>
                <a:cs typeface="+mn-lt"/>
              </a:rPr>
              <a:t>Minor</a:t>
            </a:r>
          </a:p>
          <a:p>
            <a:r>
              <a:rPr lang="en-US" err="1">
                <a:ea typeface="+mn-lt"/>
                <a:cs typeface="+mn-lt"/>
              </a:rPr>
              <a:t>Prec</a:t>
            </a:r>
            <a:r>
              <a:rPr lang="en-US">
                <a:ea typeface="+mn-lt"/>
                <a:cs typeface="+mn-lt"/>
              </a:rPr>
              <a:t>: 0.59, Rec: 0.46, F1: 0.52 → weak recall, moderate precision</a:t>
            </a:r>
          </a:p>
          <a:p>
            <a:endParaRPr lang="en-US"/>
          </a:p>
          <a:p>
            <a:r>
              <a:rPr lang="en-US">
                <a:ea typeface="+mn-lt"/>
                <a:cs typeface="+mn-lt"/>
              </a:rPr>
              <a:t>Major</a:t>
            </a:r>
          </a:p>
          <a:p>
            <a:r>
              <a:rPr lang="en-US" err="1">
                <a:ea typeface="+mn-lt"/>
                <a:cs typeface="+mn-lt"/>
              </a:rPr>
              <a:t>Prec</a:t>
            </a:r>
            <a:r>
              <a:rPr lang="en-US">
                <a:ea typeface="+mn-lt"/>
                <a:cs typeface="+mn-lt"/>
              </a:rPr>
              <a:t>: 0.78, Rec: 0.69, F1: 0.73 → overall strong</a:t>
            </a:r>
            <a:endParaRPr lang="en-US"/>
          </a:p>
          <a:p>
            <a:endParaRPr lang="en-US"/>
          </a:p>
          <a:p>
            <a:r>
              <a:rPr lang="en-US">
                <a:ea typeface="+mn-lt"/>
                <a:cs typeface="+mn-lt"/>
              </a:rPr>
              <a:t>Destroyed</a:t>
            </a:r>
          </a:p>
          <a:p>
            <a:r>
              <a:rPr lang="en-US" err="1">
                <a:ea typeface="+mn-lt"/>
                <a:cs typeface="+mn-lt"/>
              </a:rPr>
              <a:t>Prec</a:t>
            </a:r>
            <a:r>
              <a:rPr lang="en-US">
                <a:ea typeface="+mn-lt"/>
                <a:cs typeface="+mn-lt"/>
              </a:rPr>
              <a:t>: 0.84, Rec: 0.80, F1: 0.82 → robust precision &amp; recall </a:t>
            </a:r>
            <a:endParaRPr lang="en-US"/>
          </a:p>
        </p:txBody>
      </p:sp>
    </p:spTree>
    <p:extLst>
      <p:ext uri="{BB962C8B-B14F-4D97-AF65-F5344CB8AC3E}">
        <p14:creationId xmlns:p14="http://schemas.microsoft.com/office/powerpoint/2010/main" val="19949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31ED8-441E-C6A8-60BD-AEF7B70DAA2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306B0C2-7A71-05EC-542E-CFCE9894A203}"/>
              </a:ext>
            </a:extLst>
          </p:cNvPr>
          <p:cNvSpPr>
            <a:spLocks noGrp="1"/>
          </p:cNvSpPr>
          <p:nvPr>
            <p:ph type="subTitle" idx="1"/>
          </p:nvPr>
        </p:nvSpPr>
        <p:spPr>
          <a:xfrm>
            <a:off x="4412074" y="3031631"/>
            <a:ext cx="3725334" cy="528861"/>
          </a:xfrm>
        </p:spPr>
        <p:txBody>
          <a:bodyPr vert="horz" lIns="91440" tIns="45720" rIns="91440" bIns="45720" rtlCol="0" anchor="t">
            <a:noAutofit/>
          </a:bodyPr>
          <a:lstStyle/>
          <a:p>
            <a:r>
              <a:rPr lang="en-US" sz="4400" err="1">
                <a:latin typeface="Grandview Display"/>
              </a:rPr>
              <a:t>THank</a:t>
            </a:r>
            <a:r>
              <a:rPr lang="en-US" sz="4400">
                <a:latin typeface="Grandview Display"/>
              </a:rPr>
              <a:t> You!</a:t>
            </a:r>
          </a:p>
          <a:p>
            <a:endParaRPr lang="en-US"/>
          </a:p>
        </p:txBody>
      </p:sp>
    </p:spTree>
    <p:extLst>
      <p:ext uri="{BB962C8B-B14F-4D97-AF65-F5344CB8AC3E}">
        <p14:creationId xmlns:p14="http://schemas.microsoft.com/office/powerpoint/2010/main" val="2321013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8</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Ion Boardroom</vt:lpstr>
      <vt:lpstr>RECAP — Rapid Event-level Classification of Affected Properties</vt:lpstr>
      <vt:lpstr>Project Recap:</vt:lpstr>
      <vt:lpstr>Key challenges:</vt:lpstr>
      <vt:lpstr>Approaches</vt:lpstr>
      <vt:lpstr>PowerPoint Presentation</vt:lpstr>
      <vt:lpstr>PowerPoint Presentation</vt:lpstr>
      <vt:lpstr>PowerPoint Presentation</vt:lpstr>
      <vt:lpstr>PowerPoint Presentation</vt:lpstr>
      <vt:lpstr>PowerPoint Presentation</vt:lpstr>
      <vt:lpstr>Real Data &amp; What It Means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19</cp:revision>
  <dcterms:created xsi:type="dcterms:W3CDTF">2025-09-29T16:37:07Z</dcterms:created>
  <dcterms:modified xsi:type="dcterms:W3CDTF">2025-10-02T20:15:21Z</dcterms:modified>
</cp:coreProperties>
</file>